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93" r:id="rId3"/>
    <p:sldId id="257" r:id="rId4"/>
    <p:sldId id="281" r:id="rId5"/>
    <p:sldId id="282" r:id="rId6"/>
    <p:sldId id="296" r:id="rId7"/>
    <p:sldId id="259" r:id="rId8"/>
    <p:sldId id="262" r:id="rId9"/>
    <p:sldId id="263" r:id="rId10"/>
    <p:sldId id="260" r:id="rId11"/>
    <p:sldId id="261" r:id="rId12"/>
    <p:sldId id="295" r:id="rId13"/>
    <p:sldId id="258" r:id="rId14"/>
    <p:sldId id="277" r:id="rId15"/>
    <p:sldId id="283" r:id="rId16"/>
    <p:sldId id="284" r:id="rId17"/>
    <p:sldId id="285" r:id="rId18"/>
    <p:sldId id="286" r:id="rId19"/>
    <p:sldId id="287" r:id="rId20"/>
    <p:sldId id="294" r:id="rId21"/>
    <p:sldId id="264" r:id="rId22"/>
    <p:sldId id="288" r:id="rId23"/>
    <p:sldId id="289" r:id="rId24"/>
    <p:sldId id="290" r:id="rId25"/>
    <p:sldId id="265" r:id="rId26"/>
    <p:sldId id="266" r:id="rId27"/>
    <p:sldId id="267" r:id="rId28"/>
    <p:sldId id="291" r:id="rId29"/>
    <p:sldId id="268" r:id="rId30"/>
    <p:sldId id="269" r:id="rId31"/>
    <p:sldId id="270" r:id="rId32"/>
    <p:sldId id="271" r:id="rId33"/>
    <p:sldId id="272" r:id="rId34"/>
    <p:sldId id="273" r:id="rId35"/>
    <p:sldId id="274" r:id="rId36"/>
    <p:sldId id="278" r:id="rId37"/>
    <p:sldId id="280" r:id="rId38"/>
    <p:sldId id="279" r:id="rId39"/>
    <p:sldId id="276" r:id="rId4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2856" y="3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11" Type="http://schemas.openxmlformats.org/officeDocument/2006/relationships/image" Target="../media/image13.png"/><Relationship Id="rId5" Type="http://schemas.openxmlformats.org/officeDocument/2006/relationships/image" Target="../media/image7.png"/><Relationship Id="rId10" Type="http://schemas.openxmlformats.org/officeDocument/2006/relationships/image" Target="../media/image12.svg"/><Relationship Id="rId4" Type="http://schemas.openxmlformats.org/officeDocument/2006/relationships/image" Target="../media/image6.svg"/><Relationship Id="rId9" Type="http://schemas.openxmlformats.org/officeDocument/2006/relationships/image" Target="../media/image11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FDA79C5-CF76-47B0-BD1A-D5E2CD35B9E9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672D0242-BAE2-4258-98E6-0621E60F0BA2}">
      <dgm:prSet/>
      <dgm:spPr/>
      <dgm:t>
        <a:bodyPr/>
        <a:lstStyle/>
        <a:p>
          <a:r>
            <a:rPr lang="pt-BR" b="0" i="0" baseline="0"/>
            <a:t>&lt;!DOCTYPE html&gt;: Define o HTML5</a:t>
          </a:r>
          <a:endParaRPr lang="en-US"/>
        </a:p>
      </dgm:t>
    </dgm:pt>
    <dgm:pt modelId="{96FF2964-F5E7-42C3-A47E-81C03978726A}" type="parTrans" cxnId="{E4D003DB-714F-4675-ABE1-F5C451486709}">
      <dgm:prSet/>
      <dgm:spPr/>
      <dgm:t>
        <a:bodyPr/>
        <a:lstStyle/>
        <a:p>
          <a:endParaRPr lang="en-US"/>
        </a:p>
      </dgm:t>
    </dgm:pt>
    <dgm:pt modelId="{B9A9988D-4E61-4526-A91A-50DC6A49CD3E}" type="sibTrans" cxnId="{E4D003DB-714F-4675-ABE1-F5C451486709}">
      <dgm:prSet/>
      <dgm:spPr/>
      <dgm:t>
        <a:bodyPr/>
        <a:lstStyle/>
        <a:p>
          <a:endParaRPr lang="en-US"/>
        </a:p>
      </dgm:t>
    </dgm:pt>
    <dgm:pt modelId="{9CD26821-9A90-4943-BF00-2F4E2DDA348B}">
      <dgm:prSet/>
      <dgm:spPr/>
      <dgm:t>
        <a:bodyPr/>
        <a:lstStyle/>
        <a:p>
          <a:r>
            <a:rPr lang="pt-BR" b="0" i="0" baseline="0"/>
            <a:t>&lt;html&gt;: Elemento raiz</a:t>
          </a:r>
          <a:endParaRPr lang="en-US"/>
        </a:p>
      </dgm:t>
    </dgm:pt>
    <dgm:pt modelId="{8357E444-1CCB-4804-91E0-9937EF7830B9}" type="parTrans" cxnId="{4CF4B0CA-5E5B-4EB4-9739-58C7E1644B93}">
      <dgm:prSet/>
      <dgm:spPr/>
      <dgm:t>
        <a:bodyPr/>
        <a:lstStyle/>
        <a:p>
          <a:endParaRPr lang="en-US"/>
        </a:p>
      </dgm:t>
    </dgm:pt>
    <dgm:pt modelId="{8C366986-AAD0-44AC-8457-95358CA60D4F}" type="sibTrans" cxnId="{4CF4B0CA-5E5B-4EB4-9739-58C7E1644B93}">
      <dgm:prSet/>
      <dgm:spPr/>
      <dgm:t>
        <a:bodyPr/>
        <a:lstStyle/>
        <a:p>
          <a:endParaRPr lang="en-US"/>
        </a:p>
      </dgm:t>
    </dgm:pt>
    <dgm:pt modelId="{F17C3B3B-0043-462B-A6C1-E8D05B44C42D}">
      <dgm:prSet/>
      <dgm:spPr/>
      <dgm:t>
        <a:bodyPr/>
        <a:lstStyle/>
        <a:p>
          <a:r>
            <a:rPr lang="pt-BR" b="0" i="0" baseline="0"/>
            <a:t>&lt;head&gt;: Metadados (título, charset)</a:t>
          </a:r>
          <a:endParaRPr lang="en-US"/>
        </a:p>
      </dgm:t>
    </dgm:pt>
    <dgm:pt modelId="{15BDDFDB-4AAB-45C3-B77F-B24AAE41A3C0}" type="parTrans" cxnId="{97B61BAD-BD3F-4453-95E5-9ABC9F82464F}">
      <dgm:prSet/>
      <dgm:spPr/>
      <dgm:t>
        <a:bodyPr/>
        <a:lstStyle/>
        <a:p>
          <a:endParaRPr lang="en-US"/>
        </a:p>
      </dgm:t>
    </dgm:pt>
    <dgm:pt modelId="{EF23EBB4-EB64-4EC4-B0F4-891EE5EF2D94}" type="sibTrans" cxnId="{97B61BAD-BD3F-4453-95E5-9ABC9F82464F}">
      <dgm:prSet/>
      <dgm:spPr/>
      <dgm:t>
        <a:bodyPr/>
        <a:lstStyle/>
        <a:p>
          <a:endParaRPr lang="en-US"/>
        </a:p>
      </dgm:t>
    </dgm:pt>
    <dgm:pt modelId="{D232EEBC-6189-489D-A0CD-12B1E2903987}">
      <dgm:prSet/>
      <dgm:spPr/>
      <dgm:t>
        <a:bodyPr/>
        <a:lstStyle/>
        <a:p>
          <a:r>
            <a:rPr lang="pt-BR" b="0" i="0" baseline="0"/>
            <a:t>&lt;body&gt;: Conteúdo visível da página</a:t>
          </a:r>
          <a:endParaRPr lang="en-US"/>
        </a:p>
      </dgm:t>
    </dgm:pt>
    <dgm:pt modelId="{6E6EEF72-7A17-43F7-8546-A740FC8D5D82}" type="parTrans" cxnId="{147C6F3A-6E7A-401C-BDFB-BE969A751A71}">
      <dgm:prSet/>
      <dgm:spPr/>
      <dgm:t>
        <a:bodyPr/>
        <a:lstStyle/>
        <a:p>
          <a:endParaRPr lang="en-US"/>
        </a:p>
      </dgm:t>
    </dgm:pt>
    <dgm:pt modelId="{491A2516-20BD-4F2C-8B05-227C56D0B41C}" type="sibTrans" cxnId="{147C6F3A-6E7A-401C-BDFB-BE969A751A71}">
      <dgm:prSet/>
      <dgm:spPr/>
      <dgm:t>
        <a:bodyPr/>
        <a:lstStyle/>
        <a:p>
          <a:endParaRPr lang="en-US"/>
        </a:p>
      </dgm:t>
    </dgm:pt>
    <dgm:pt modelId="{918F9353-BDD6-4D73-BF56-6CA34D5AA3AE}" type="pres">
      <dgm:prSet presAssocID="{6FDA79C5-CF76-47B0-BD1A-D5E2CD35B9E9}" presName="outerComposite" presStyleCnt="0">
        <dgm:presLayoutVars>
          <dgm:chMax val="5"/>
          <dgm:dir/>
          <dgm:resizeHandles val="exact"/>
        </dgm:presLayoutVars>
      </dgm:prSet>
      <dgm:spPr/>
    </dgm:pt>
    <dgm:pt modelId="{9EDCDFC0-4441-4725-A1A6-3A22A5506E22}" type="pres">
      <dgm:prSet presAssocID="{6FDA79C5-CF76-47B0-BD1A-D5E2CD35B9E9}" presName="dummyMaxCanvas" presStyleCnt="0">
        <dgm:presLayoutVars/>
      </dgm:prSet>
      <dgm:spPr/>
    </dgm:pt>
    <dgm:pt modelId="{20DC92AB-EB94-458A-8842-5B08789E236C}" type="pres">
      <dgm:prSet presAssocID="{6FDA79C5-CF76-47B0-BD1A-D5E2CD35B9E9}" presName="FourNodes_1" presStyleLbl="node1" presStyleIdx="0" presStyleCnt="4">
        <dgm:presLayoutVars>
          <dgm:bulletEnabled val="1"/>
        </dgm:presLayoutVars>
      </dgm:prSet>
      <dgm:spPr/>
    </dgm:pt>
    <dgm:pt modelId="{5060958A-C74B-4619-8EAF-C5D307A47E23}" type="pres">
      <dgm:prSet presAssocID="{6FDA79C5-CF76-47B0-BD1A-D5E2CD35B9E9}" presName="FourNodes_2" presStyleLbl="node1" presStyleIdx="1" presStyleCnt="4">
        <dgm:presLayoutVars>
          <dgm:bulletEnabled val="1"/>
        </dgm:presLayoutVars>
      </dgm:prSet>
      <dgm:spPr/>
    </dgm:pt>
    <dgm:pt modelId="{CC564D6D-738F-48F6-BF36-DFA39152D1BD}" type="pres">
      <dgm:prSet presAssocID="{6FDA79C5-CF76-47B0-BD1A-D5E2CD35B9E9}" presName="FourNodes_3" presStyleLbl="node1" presStyleIdx="2" presStyleCnt="4">
        <dgm:presLayoutVars>
          <dgm:bulletEnabled val="1"/>
        </dgm:presLayoutVars>
      </dgm:prSet>
      <dgm:spPr/>
    </dgm:pt>
    <dgm:pt modelId="{CF9A5E4A-C9C3-4AAD-8FC2-9061DE75D473}" type="pres">
      <dgm:prSet presAssocID="{6FDA79C5-CF76-47B0-BD1A-D5E2CD35B9E9}" presName="FourNodes_4" presStyleLbl="node1" presStyleIdx="3" presStyleCnt="4">
        <dgm:presLayoutVars>
          <dgm:bulletEnabled val="1"/>
        </dgm:presLayoutVars>
      </dgm:prSet>
      <dgm:spPr/>
    </dgm:pt>
    <dgm:pt modelId="{9AB53A85-F6B2-4E5E-B5DC-060A922A93DF}" type="pres">
      <dgm:prSet presAssocID="{6FDA79C5-CF76-47B0-BD1A-D5E2CD35B9E9}" presName="FourConn_1-2" presStyleLbl="fgAccFollowNode1" presStyleIdx="0" presStyleCnt="3">
        <dgm:presLayoutVars>
          <dgm:bulletEnabled val="1"/>
        </dgm:presLayoutVars>
      </dgm:prSet>
      <dgm:spPr/>
    </dgm:pt>
    <dgm:pt modelId="{218A9C66-514B-4A46-902A-04A67E98EE9A}" type="pres">
      <dgm:prSet presAssocID="{6FDA79C5-CF76-47B0-BD1A-D5E2CD35B9E9}" presName="FourConn_2-3" presStyleLbl="fgAccFollowNode1" presStyleIdx="1" presStyleCnt="3">
        <dgm:presLayoutVars>
          <dgm:bulletEnabled val="1"/>
        </dgm:presLayoutVars>
      </dgm:prSet>
      <dgm:spPr/>
    </dgm:pt>
    <dgm:pt modelId="{9D89B752-EE2B-45A4-9E7D-A20549160EC6}" type="pres">
      <dgm:prSet presAssocID="{6FDA79C5-CF76-47B0-BD1A-D5E2CD35B9E9}" presName="FourConn_3-4" presStyleLbl="fgAccFollowNode1" presStyleIdx="2" presStyleCnt="3">
        <dgm:presLayoutVars>
          <dgm:bulletEnabled val="1"/>
        </dgm:presLayoutVars>
      </dgm:prSet>
      <dgm:spPr/>
    </dgm:pt>
    <dgm:pt modelId="{18469379-3F92-4CDF-A774-BB14189F56F7}" type="pres">
      <dgm:prSet presAssocID="{6FDA79C5-CF76-47B0-BD1A-D5E2CD35B9E9}" presName="FourNodes_1_text" presStyleLbl="node1" presStyleIdx="3" presStyleCnt="4">
        <dgm:presLayoutVars>
          <dgm:bulletEnabled val="1"/>
        </dgm:presLayoutVars>
      </dgm:prSet>
      <dgm:spPr/>
    </dgm:pt>
    <dgm:pt modelId="{9BDDF457-C8AC-4290-A064-214165EAF278}" type="pres">
      <dgm:prSet presAssocID="{6FDA79C5-CF76-47B0-BD1A-D5E2CD35B9E9}" presName="FourNodes_2_text" presStyleLbl="node1" presStyleIdx="3" presStyleCnt="4">
        <dgm:presLayoutVars>
          <dgm:bulletEnabled val="1"/>
        </dgm:presLayoutVars>
      </dgm:prSet>
      <dgm:spPr/>
    </dgm:pt>
    <dgm:pt modelId="{8796C8C1-18A2-4C4A-B966-74F55AF105F9}" type="pres">
      <dgm:prSet presAssocID="{6FDA79C5-CF76-47B0-BD1A-D5E2CD35B9E9}" presName="FourNodes_3_text" presStyleLbl="node1" presStyleIdx="3" presStyleCnt="4">
        <dgm:presLayoutVars>
          <dgm:bulletEnabled val="1"/>
        </dgm:presLayoutVars>
      </dgm:prSet>
      <dgm:spPr/>
    </dgm:pt>
    <dgm:pt modelId="{7ABD03DD-03AC-4B8D-AD7E-379B6498EB57}" type="pres">
      <dgm:prSet presAssocID="{6FDA79C5-CF76-47B0-BD1A-D5E2CD35B9E9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C66FA708-C042-4DF8-87AB-DB2219E2C7E1}" type="presOf" srcId="{F17C3B3B-0043-462B-A6C1-E8D05B44C42D}" destId="{8796C8C1-18A2-4C4A-B966-74F55AF105F9}" srcOrd="1" destOrd="0" presId="urn:microsoft.com/office/officeart/2005/8/layout/vProcess5"/>
    <dgm:cxn modelId="{147C6F3A-6E7A-401C-BDFB-BE969A751A71}" srcId="{6FDA79C5-CF76-47B0-BD1A-D5E2CD35B9E9}" destId="{D232EEBC-6189-489D-A0CD-12B1E2903987}" srcOrd="3" destOrd="0" parTransId="{6E6EEF72-7A17-43F7-8546-A740FC8D5D82}" sibTransId="{491A2516-20BD-4F2C-8B05-227C56D0B41C}"/>
    <dgm:cxn modelId="{59A9323B-0734-4CCF-B6A3-990B759E769B}" type="presOf" srcId="{B9A9988D-4E61-4526-A91A-50DC6A49CD3E}" destId="{9AB53A85-F6B2-4E5E-B5DC-060A922A93DF}" srcOrd="0" destOrd="0" presId="urn:microsoft.com/office/officeart/2005/8/layout/vProcess5"/>
    <dgm:cxn modelId="{CA137756-00A2-4960-A5FA-94A578D9E35A}" type="presOf" srcId="{672D0242-BAE2-4258-98E6-0621E60F0BA2}" destId="{18469379-3F92-4CDF-A774-BB14189F56F7}" srcOrd="1" destOrd="0" presId="urn:microsoft.com/office/officeart/2005/8/layout/vProcess5"/>
    <dgm:cxn modelId="{BE794A7B-FB43-49F6-931D-AF743F3093BC}" type="presOf" srcId="{D232EEBC-6189-489D-A0CD-12B1E2903987}" destId="{7ABD03DD-03AC-4B8D-AD7E-379B6498EB57}" srcOrd="1" destOrd="0" presId="urn:microsoft.com/office/officeart/2005/8/layout/vProcess5"/>
    <dgm:cxn modelId="{96667581-CDE1-413A-9501-49168B703949}" type="presOf" srcId="{6FDA79C5-CF76-47B0-BD1A-D5E2CD35B9E9}" destId="{918F9353-BDD6-4D73-BF56-6CA34D5AA3AE}" srcOrd="0" destOrd="0" presId="urn:microsoft.com/office/officeart/2005/8/layout/vProcess5"/>
    <dgm:cxn modelId="{79D2F781-62B1-4110-8E28-B0000E6D180C}" type="presOf" srcId="{8C366986-AAD0-44AC-8457-95358CA60D4F}" destId="{218A9C66-514B-4A46-902A-04A67E98EE9A}" srcOrd="0" destOrd="0" presId="urn:microsoft.com/office/officeart/2005/8/layout/vProcess5"/>
    <dgm:cxn modelId="{09701397-DC75-4B88-B691-B4F2CF80BE8E}" type="presOf" srcId="{9CD26821-9A90-4943-BF00-2F4E2DDA348B}" destId="{5060958A-C74B-4619-8EAF-C5D307A47E23}" srcOrd="0" destOrd="0" presId="urn:microsoft.com/office/officeart/2005/8/layout/vProcess5"/>
    <dgm:cxn modelId="{97B61BAD-BD3F-4453-95E5-9ABC9F82464F}" srcId="{6FDA79C5-CF76-47B0-BD1A-D5E2CD35B9E9}" destId="{F17C3B3B-0043-462B-A6C1-E8D05B44C42D}" srcOrd="2" destOrd="0" parTransId="{15BDDFDB-4AAB-45C3-B77F-B24AAE41A3C0}" sibTransId="{EF23EBB4-EB64-4EC4-B0F4-891EE5EF2D94}"/>
    <dgm:cxn modelId="{4CF4B0CA-5E5B-4EB4-9739-58C7E1644B93}" srcId="{6FDA79C5-CF76-47B0-BD1A-D5E2CD35B9E9}" destId="{9CD26821-9A90-4943-BF00-2F4E2DDA348B}" srcOrd="1" destOrd="0" parTransId="{8357E444-1CCB-4804-91E0-9937EF7830B9}" sibTransId="{8C366986-AAD0-44AC-8457-95358CA60D4F}"/>
    <dgm:cxn modelId="{B9BDB0CC-11B7-46F1-AD02-94D895285780}" type="presOf" srcId="{D232EEBC-6189-489D-A0CD-12B1E2903987}" destId="{CF9A5E4A-C9C3-4AAD-8FC2-9061DE75D473}" srcOrd="0" destOrd="0" presId="urn:microsoft.com/office/officeart/2005/8/layout/vProcess5"/>
    <dgm:cxn modelId="{14D3CED1-4109-4067-B22C-6A142D4E7315}" type="presOf" srcId="{9CD26821-9A90-4943-BF00-2F4E2DDA348B}" destId="{9BDDF457-C8AC-4290-A064-214165EAF278}" srcOrd="1" destOrd="0" presId="urn:microsoft.com/office/officeart/2005/8/layout/vProcess5"/>
    <dgm:cxn modelId="{CBF5E4D7-9FCA-4F25-AFE6-AF220572CD69}" type="presOf" srcId="{EF23EBB4-EB64-4EC4-B0F4-891EE5EF2D94}" destId="{9D89B752-EE2B-45A4-9E7D-A20549160EC6}" srcOrd="0" destOrd="0" presId="urn:microsoft.com/office/officeart/2005/8/layout/vProcess5"/>
    <dgm:cxn modelId="{E4D003DB-714F-4675-ABE1-F5C451486709}" srcId="{6FDA79C5-CF76-47B0-BD1A-D5E2CD35B9E9}" destId="{672D0242-BAE2-4258-98E6-0621E60F0BA2}" srcOrd="0" destOrd="0" parTransId="{96FF2964-F5E7-42C3-A47E-81C03978726A}" sibTransId="{B9A9988D-4E61-4526-A91A-50DC6A49CD3E}"/>
    <dgm:cxn modelId="{02B847E1-4051-4876-89E3-0B72AAF52BD9}" type="presOf" srcId="{F17C3B3B-0043-462B-A6C1-E8D05B44C42D}" destId="{CC564D6D-738F-48F6-BF36-DFA39152D1BD}" srcOrd="0" destOrd="0" presId="urn:microsoft.com/office/officeart/2005/8/layout/vProcess5"/>
    <dgm:cxn modelId="{BF5D70ED-6D8A-46CF-B101-45921E388C5C}" type="presOf" srcId="{672D0242-BAE2-4258-98E6-0621E60F0BA2}" destId="{20DC92AB-EB94-458A-8842-5B08789E236C}" srcOrd="0" destOrd="0" presId="urn:microsoft.com/office/officeart/2005/8/layout/vProcess5"/>
    <dgm:cxn modelId="{EB077D8B-5A69-4FCD-B8CE-0873E431EE70}" type="presParOf" srcId="{918F9353-BDD6-4D73-BF56-6CA34D5AA3AE}" destId="{9EDCDFC0-4441-4725-A1A6-3A22A5506E22}" srcOrd="0" destOrd="0" presId="urn:microsoft.com/office/officeart/2005/8/layout/vProcess5"/>
    <dgm:cxn modelId="{E8775713-E52A-4661-BD62-91B0ECA4C6C8}" type="presParOf" srcId="{918F9353-BDD6-4D73-BF56-6CA34D5AA3AE}" destId="{20DC92AB-EB94-458A-8842-5B08789E236C}" srcOrd="1" destOrd="0" presId="urn:microsoft.com/office/officeart/2005/8/layout/vProcess5"/>
    <dgm:cxn modelId="{4CD9C235-4F39-4D89-9E61-1B8B377E986A}" type="presParOf" srcId="{918F9353-BDD6-4D73-BF56-6CA34D5AA3AE}" destId="{5060958A-C74B-4619-8EAF-C5D307A47E23}" srcOrd="2" destOrd="0" presId="urn:microsoft.com/office/officeart/2005/8/layout/vProcess5"/>
    <dgm:cxn modelId="{4E7FB29D-2EBA-429F-BE54-1ED1C30168AD}" type="presParOf" srcId="{918F9353-BDD6-4D73-BF56-6CA34D5AA3AE}" destId="{CC564D6D-738F-48F6-BF36-DFA39152D1BD}" srcOrd="3" destOrd="0" presId="urn:microsoft.com/office/officeart/2005/8/layout/vProcess5"/>
    <dgm:cxn modelId="{BCFB5CE7-EDA2-4F7F-A845-75D182C9F7CF}" type="presParOf" srcId="{918F9353-BDD6-4D73-BF56-6CA34D5AA3AE}" destId="{CF9A5E4A-C9C3-4AAD-8FC2-9061DE75D473}" srcOrd="4" destOrd="0" presId="urn:microsoft.com/office/officeart/2005/8/layout/vProcess5"/>
    <dgm:cxn modelId="{6655F9EF-B30E-49C0-89DF-BF40FE1F0F5F}" type="presParOf" srcId="{918F9353-BDD6-4D73-BF56-6CA34D5AA3AE}" destId="{9AB53A85-F6B2-4E5E-B5DC-060A922A93DF}" srcOrd="5" destOrd="0" presId="urn:microsoft.com/office/officeart/2005/8/layout/vProcess5"/>
    <dgm:cxn modelId="{B0129577-8E8A-48FC-8B25-F33CA1492C2B}" type="presParOf" srcId="{918F9353-BDD6-4D73-BF56-6CA34D5AA3AE}" destId="{218A9C66-514B-4A46-902A-04A67E98EE9A}" srcOrd="6" destOrd="0" presId="urn:microsoft.com/office/officeart/2005/8/layout/vProcess5"/>
    <dgm:cxn modelId="{E2B992E0-04FD-4AAE-9FD4-298F9CF2B214}" type="presParOf" srcId="{918F9353-BDD6-4D73-BF56-6CA34D5AA3AE}" destId="{9D89B752-EE2B-45A4-9E7D-A20549160EC6}" srcOrd="7" destOrd="0" presId="urn:microsoft.com/office/officeart/2005/8/layout/vProcess5"/>
    <dgm:cxn modelId="{6FA18A41-C4C2-4077-9723-2553D17867B9}" type="presParOf" srcId="{918F9353-BDD6-4D73-BF56-6CA34D5AA3AE}" destId="{18469379-3F92-4CDF-A774-BB14189F56F7}" srcOrd="8" destOrd="0" presId="urn:microsoft.com/office/officeart/2005/8/layout/vProcess5"/>
    <dgm:cxn modelId="{59C613F3-D980-458A-9F5F-E878DBB78481}" type="presParOf" srcId="{918F9353-BDD6-4D73-BF56-6CA34D5AA3AE}" destId="{9BDDF457-C8AC-4290-A064-214165EAF278}" srcOrd="9" destOrd="0" presId="urn:microsoft.com/office/officeart/2005/8/layout/vProcess5"/>
    <dgm:cxn modelId="{F7F61ED2-D3CD-4F3D-B05B-3FD6E66EE49F}" type="presParOf" srcId="{918F9353-BDD6-4D73-BF56-6CA34D5AA3AE}" destId="{8796C8C1-18A2-4C4A-B966-74F55AF105F9}" srcOrd="10" destOrd="0" presId="urn:microsoft.com/office/officeart/2005/8/layout/vProcess5"/>
    <dgm:cxn modelId="{5B096192-C9CE-4C56-A728-DCD1A838FB88}" type="presParOf" srcId="{918F9353-BDD6-4D73-BF56-6CA34D5AA3AE}" destId="{7ABD03DD-03AC-4B8D-AD7E-379B6498EB57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92D88E-EA92-4E8F-8F36-80FC3F5AB23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80893A37-9766-4122-AF1A-2D0288FBD059}">
      <dgm:prSet/>
      <dgm:spPr/>
      <dgm:t>
        <a:bodyPr/>
        <a:lstStyle/>
        <a:p>
          <a:r>
            <a:rPr lang="pt-BR" b="1" i="0" baseline="0"/>
            <a:t>Textuais</a:t>
          </a:r>
          <a:r>
            <a:rPr lang="pt-BR" b="0" i="0" baseline="0"/>
            <a:t>: &lt;h1&gt; a &lt;h6&gt;, &lt;p&gt;, &lt;span&gt;, &lt;strong&gt;, &lt;em&gt;</a:t>
          </a:r>
          <a:endParaRPr lang="en-US"/>
        </a:p>
      </dgm:t>
    </dgm:pt>
    <dgm:pt modelId="{CCF461E8-AA30-4179-9F00-9B2824033028}" type="parTrans" cxnId="{597C8A4B-DCFB-4831-866D-B3500391A474}">
      <dgm:prSet/>
      <dgm:spPr/>
      <dgm:t>
        <a:bodyPr/>
        <a:lstStyle/>
        <a:p>
          <a:endParaRPr lang="en-US"/>
        </a:p>
      </dgm:t>
    </dgm:pt>
    <dgm:pt modelId="{30121DE4-F840-4ED1-B27A-CE3F1F05A94A}" type="sibTrans" cxnId="{597C8A4B-DCFB-4831-866D-B3500391A474}">
      <dgm:prSet/>
      <dgm:spPr/>
      <dgm:t>
        <a:bodyPr/>
        <a:lstStyle/>
        <a:p>
          <a:endParaRPr lang="en-US"/>
        </a:p>
      </dgm:t>
    </dgm:pt>
    <dgm:pt modelId="{EADA7178-739A-4D26-BD8A-927CA17F2EE6}">
      <dgm:prSet/>
      <dgm:spPr/>
      <dgm:t>
        <a:bodyPr/>
        <a:lstStyle/>
        <a:p>
          <a:r>
            <a:rPr lang="pt-BR" b="1" i="0" baseline="0"/>
            <a:t>Multimídia</a:t>
          </a:r>
          <a:r>
            <a:rPr lang="pt-BR" b="0" i="0" baseline="0"/>
            <a:t>: &lt;img&gt;, &lt;audio&gt;, &lt;video&gt;</a:t>
          </a:r>
          <a:endParaRPr lang="en-US"/>
        </a:p>
      </dgm:t>
    </dgm:pt>
    <dgm:pt modelId="{3E429A6E-1AB3-4C9C-97F9-F30180A77C8B}" type="parTrans" cxnId="{83FA2DED-C660-4F3B-869B-3F2849DEBA71}">
      <dgm:prSet/>
      <dgm:spPr/>
      <dgm:t>
        <a:bodyPr/>
        <a:lstStyle/>
        <a:p>
          <a:endParaRPr lang="en-US"/>
        </a:p>
      </dgm:t>
    </dgm:pt>
    <dgm:pt modelId="{815B96D3-2427-4DC3-982B-6B8B929EE531}" type="sibTrans" cxnId="{83FA2DED-C660-4F3B-869B-3F2849DEBA71}">
      <dgm:prSet/>
      <dgm:spPr/>
      <dgm:t>
        <a:bodyPr/>
        <a:lstStyle/>
        <a:p>
          <a:endParaRPr lang="en-US"/>
        </a:p>
      </dgm:t>
    </dgm:pt>
    <dgm:pt modelId="{1D1B7917-535E-4508-9F7A-A0C4D4F425A4}">
      <dgm:prSet/>
      <dgm:spPr/>
      <dgm:t>
        <a:bodyPr/>
        <a:lstStyle/>
        <a:p>
          <a:r>
            <a:rPr lang="pt-BR" b="1" i="0" baseline="0"/>
            <a:t>Estruturais</a:t>
          </a:r>
          <a:r>
            <a:rPr lang="pt-BR" b="0" i="0" baseline="0"/>
            <a:t>: &lt;header&gt;, &lt;nav&gt;, &lt;main&gt;, &lt;section&gt;, &lt;article&gt;, &lt;footer&gt;</a:t>
          </a:r>
          <a:endParaRPr lang="en-US"/>
        </a:p>
      </dgm:t>
    </dgm:pt>
    <dgm:pt modelId="{EF195DE5-E0A3-4066-8816-058D330E0017}" type="parTrans" cxnId="{5E85556E-42AC-4812-BB84-AF210C26EA67}">
      <dgm:prSet/>
      <dgm:spPr/>
      <dgm:t>
        <a:bodyPr/>
        <a:lstStyle/>
        <a:p>
          <a:endParaRPr lang="en-US"/>
        </a:p>
      </dgm:t>
    </dgm:pt>
    <dgm:pt modelId="{44061FC8-03F2-401F-8B85-04B4746FA535}" type="sibTrans" cxnId="{5E85556E-42AC-4812-BB84-AF210C26EA67}">
      <dgm:prSet/>
      <dgm:spPr/>
      <dgm:t>
        <a:bodyPr/>
        <a:lstStyle/>
        <a:p>
          <a:endParaRPr lang="en-US"/>
        </a:p>
      </dgm:t>
    </dgm:pt>
    <dgm:pt modelId="{136C8B9F-BCAF-4716-BEF3-31A177E15ACE}">
      <dgm:prSet/>
      <dgm:spPr/>
      <dgm:t>
        <a:bodyPr/>
        <a:lstStyle/>
        <a:p>
          <a:r>
            <a:rPr lang="pt-BR" b="1" i="0" baseline="0"/>
            <a:t>Tabelas</a:t>
          </a:r>
          <a:r>
            <a:rPr lang="pt-BR" b="0" i="0" baseline="0"/>
            <a:t>: &lt;table&gt;, &lt;tr&gt;, &lt;td&gt;, &lt;th&gt;</a:t>
          </a:r>
          <a:endParaRPr lang="en-US"/>
        </a:p>
      </dgm:t>
    </dgm:pt>
    <dgm:pt modelId="{3CD1C7F3-4F0F-4990-9369-4657111B4129}" type="parTrans" cxnId="{80BA9F39-A473-42B1-92C7-84E558CFD6E2}">
      <dgm:prSet/>
      <dgm:spPr/>
      <dgm:t>
        <a:bodyPr/>
        <a:lstStyle/>
        <a:p>
          <a:endParaRPr lang="en-US"/>
        </a:p>
      </dgm:t>
    </dgm:pt>
    <dgm:pt modelId="{B6B577C1-C01A-4FFA-BDB7-8CBDFFC8EBC2}" type="sibTrans" cxnId="{80BA9F39-A473-42B1-92C7-84E558CFD6E2}">
      <dgm:prSet/>
      <dgm:spPr/>
      <dgm:t>
        <a:bodyPr/>
        <a:lstStyle/>
        <a:p>
          <a:endParaRPr lang="en-US"/>
        </a:p>
      </dgm:t>
    </dgm:pt>
    <dgm:pt modelId="{82CC764F-02B1-4FAE-83B2-3EEAB32A5B66}">
      <dgm:prSet/>
      <dgm:spPr/>
      <dgm:t>
        <a:bodyPr/>
        <a:lstStyle/>
        <a:p>
          <a:r>
            <a:rPr lang="pt-BR" b="1" i="0" baseline="0"/>
            <a:t>Links e navegação</a:t>
          </a:r>
          <a:r>
            <a:rPr lang="pt-BR" b="0" i="0" baseline="0"/>
            <a:t>: &lt;a href=""&gt;</a:t>
          </a:r>
          <a:endParaRPr lang="en-US"/>
        </a:p>
      </dgm:t>
    </dgm:pt>
    <dgm:pt modelId="{E3D9D58A-993B-4264-A2AB-53D089E34B76}" type="parTrans" cxnId="{C79F3F5B-BB18-499A-A5DB-08FC3F9969A4}">
      <dgm:prSet/>
      <dgm:spPr/>
      <dgm:t>
        <a:bodyPr/>
        <a:lstStyle/>
        <a:p>
          <a:endParaRPr lang="en-US"/>
        </a:p>
      </dgm:t>
    </dgm:pt>
    <dgm:pt modelId="{D15357EC-C2DF-41DA-8B15-680FE65D6635}" type="sibTrans" cxnId="{C79F3F5B-BB18-499A-A5DB-08FC3F9969A4}">
      <dgm:prSet/>
      <dgm:spPr/>
      <dgm:t>
        <a:bodyPr/>
        <a:lstStyle/>
        <a:p>
          <a:endParaRPr lang="en-US"/>
        </a:p>
      </dgm:t>
    </dgm:pt>
    <dgm:pt modelId="{1CC0127F-EAFA-467B-98C3-567AD0A39B98}">
      <dgm:prSet/>
      <dgm:spPr/>
      <dgm:t>
        <a:bodyPr/>
        <a:lstStyle/>
        <a:p>
          <a:r>
            <a:rPr lang="pt-BR" b="1" i="0" baseline="0"/>
            <a:t>Listas</a:t>
          </a:r>
          <a:r>
            <a:rPr lang="pt-BR" b="0" i="0" baseline="0"/>
            <a:t>: &lt;ul&gt;, &lt;ol&gt;, &lt;li&gt;</a:t>
          </a:r>
          <a:endParaRPr lang="en-US"/>
        </a:p>
      </dgm:t>
    </dgm:pt>
    <dgm:pt modelId="{661C0F30-4F9B-4370-867F-66F460159FBC}" type="parTrans" cxnId="{1FBA70B8-26E9-4DC3-98A6-A3C8AD89A1A9}">
      <dgm:prSet/>
      <dgm:spPr/>
      <dgm:t>
        <a:bodyPr/>
        <a:lstStyle/>
        <a:p>
          <a:endParaRPr lang="en-US"/>
        </a:p>
      </dgm:t>
    </dgm:pt>
    <dgm:pt modelId="{D7A0C371-865B-4019-A50B-4A8D7CF3F916}" type="sibTrans" cxnId="{1FBA70B8-26E9-4DC3-98A6-A3C8AD89A1A9}">
      <dgm:prSet/>
      <dgm:spPr/>
      <dgm:t>
        <a:bodyPr/>
        <a:lstStyle/>
        <a:p>
          <a:endParaRPr lang="en-US"/>
        </a:p>
      </dgm:t>
    </dgm:pt>
    <dgm:pt modelId="{19CBC040-1A34-48E6-8C65-63154B211CB2}" type="pres">
      <dgm:prSet presAssocID="{B792D88E-EA92-4E8F-8F36-80FC3F5AB23D}" presName="root" presStyleCnt="0">
        <dgm:presLayoutVars>
          <dgm:dir/>
          <dgm:resizeHandles val="exact"/>
        </dgm:presLayoutVars>
      </dgm:prSet>
      <dgm:spPr/>
    </dgm:pt>
    <dgm:pt modelId="{65F14BB1-B0BC-4098-8EF3-BEADA46B0AF4}" type="pres">
      <dgm:prSet presAssocID="{80893A37-9766-4122-AF1A-2D0288FBD059}" presName="compNode" presStyleCnt="0"/>
      <dgm:spPr/>
    </dgm:pt>
    <dgm:pt modelId="{A39DB833-4391-4F4C-AEF2-E64363930C9D}" type="pres">
      <dgm:prSet presAssocID="{80893A37-9766-4122-AF1A-2D0288FBD059}" presName="bgRect" presStyleLbl="bgShp" presStyleIdx="0" presStyleCnt="6"/>
      <dgm:spPr/>
    </dgm:pt>
    <dgm:pt modelId="{8D8D831A-B135-439D-8642-1D9F7B0EE2AC}" type="pres">
      <dgm:prSet presAssocID="{80893A37-9766-4122-AF1A-2D0288FBD059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o"/>
        </a:ext>
      </dgm:extLst>
    </dgm:pt>
    <dgm:pt modelId="{90BD9E35-1978-47ED-8A34-999C699C02DB}" type="pres">
      <dgm:prSet presAssocID="{80893A37-9766-4122-AF1A-2D0288FBD059}" presName="spaceRect" presStyleCnt="0"/>
      <dgm:spPr/>
    </dgm:pt>
    <dgm:pt modelId="{79FEF4F6-187F-4E27-AE07-597EF02639D9}" type="pres">
      <dgm:prSet presAssocID="{80893A37-9766-4122-AF1A-2D0288FBD059}" presName="parTx" presStyleLbl="revTx" presStyleIdx="0" presStyleCnt="6">
        <dgm:presLayoutVars>
          <dgm:chMax val="0"/>
          <dgm:chPref val="0"/>
        </dgm:presLayoutVars>
      </dgm:prSet>
      <dgm:spPr/>
    </dgm:pt>
    <dgm:pt modelId="{4B278768-F24C-467E-ACFB-7AA2090AC3C5}" type="pres">
      <dgm:prSet presAssocID="{30121DE4-F840-4ED1-B27A-CE3F1F05A94A}" presName="sibTrans" presStyleCnt="0"/>
      <dgm:spPr/>
    </dgm:pt>
    <dgm:pt modelId="{B48ECC42-79CC-4123-AB76-DD38A11AE5EE}" type="pres">
      <dgm:prSet presAssocID="{EADA7178-739A-4D26-BD8A-927CA17F2EE6}" presName="compNode" presStyleCnt="0"/>
      <dgm:spPr/>
    </dgm:pt>
    <dgm:pt modelId="{11CD2A13-0A8E-48CD-97E8-7A4AA9D55F1D}" type="pres">
      <dgm:prSet presAssocID="{EADA7178-739A-4D26-BD8A-927CA17F2EE6}" presName="bgRect" presStyleLbl="bgShp" presStyleIdx="1" presStyleCnt="6"/>
      <dgm:spPr/>
    </dgm:pt>
    <dgm:pt modelId="{76628E26-C19F-4530-8E7E-6635230EE58C}" type="pres">
      <dgm:prSet presAssocID="{EADA7178-739A-4D26-BD8A-927CA17F2EE6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produzir"/>
        </a:ext>
      </dgm:extLst>
    </dgm:pt>
    <dgm:pt modelId="{0B74CFA1-9D34-437E-AB8F-8FA05FEE02FB}" type="pres">
      <dgm:prSet presAssocID="{EADA7178-739A-4D26-BD8A-927CA17F2EE6}" presName="spaceRect" presStyleCnt="0"/>
      <dgm:spPr/>
    </dgm:pt>
    <dgm:pt modelId="{9C3C48C7-55FC-4A17-8902-5510AA1D3FE1}" type="pres">
      <dgm:prSet presAssocID="{EADA7178-739A-4D26-BD8A-927CA17F2EE6}" presName="parTx" presStyleLbl="revTx" presStyleIdx="1" presStyleCnt="6">
        <dgm:presLayoutVars>
          <dgm:chMax val="0"/>
          <dgm:chPref val="0"/>
        </dgm:presLayoutVars>
      </dgm:prSet>
      <dgm:spPr/>
    </dgm:pt>
    <dgm:pt modelId="{5D5A0CC0-B8B2-413D-8C46-961D21290C1A}" type="pres">
      <dgm:prSet presAssocID="{815B96D3-2427-4DC3-982B-6B8B929EE531}" presName="sibTrans" presStyleCnt="0"/>
      <dgm:spPr/>
    </dgm:pt>
    <dgm:pt modelId="{859AD7DE-1BD6-4396-8CE6-B949E7215937}" type="pres">
      <dgm:prSet presAssocID="{1D1B7917-535E-4508-9F7A-A0C4D4F425A4}" presName="compNode" presStyleCnt="0"/>
      <dgm:spPr/>
    </dgm:pt>
    <dgm:pt modelId="{88C5D0EE-C1D5-4E86-84BF-BB6605D2820C}" type="pres">
      <dgm:prSet presAssocID="{1D1B7917-535E-4508-9F7A-A0C4D4F425A4}" presName="bgRect" presStyleLbl="bgShp" presStyleIdx="2" presStyleCnt="6"/>
      <dgm:spPr/>
    </dgm:pt>
    <dgm:pt modelId="{EF105E42-C637-460D-A2DD-3B1D8A318A8B}" type="pres">
      <dgm:prSet presAssocID="{1D1B7917-535E-4508-9F7A-A0C4D4F425A4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ábrica"/>
        </a:ext>
      </dgm:extLst>
    </dgm:pt>
    <dgm:pt modelId="{7E572241-1AC5-4FB5-A39C-E6F5EA7CE6AF}" type="pres">
      <dgm:prSet presAssocID="{1D1B7917-535E-4508-9F7A-A0C4D4F425A4}" presName="spaceRect" presStyleCnt="0"/>
      <dgm:spPr/>
    </dgm:pt>
    <dgm:pt modelId="{739F8DA7-6737-4151-936B-EC245755D76F}" type="pres">
      <dgm:prSet presAssocID="{1D1B7917-535E-4508-9F7A-A0C4D4F425A4}" presName="parTx" presStyleLbl="revTx" presStyleIdx="2" presStyleCnt="6">
        <dgm:presLayoutVars>
          <dgm:chMax val="0"/>
          <dgm:chPref val="0"/>
        </dgm:presLayoutVars>
      </dgm:prSet>
      <dgm:spPr/>
    </dgm:pt>
    <dgm:pt modelId="{106ECEB7-89B0-4FEE-B401-46387BD44268}" type="pres">
      <dgm:prSet presAssocID="{44061FC8-03F2-401F-8B85-04B4746FA535}" presName="sibTrans" presStyleCnt="0"/>
      <dgm:spPr/>
    </dgm:pt>
    <dgm:pt modelId="{0264979D-71C9-4A07-9996-254C086C0C9C}" type="pres">
      <dgm:prSet presAssocID="{136C8B9F-BCAF-4716-BEF3-31A177E15ACE}" presName="compNode" presStyleCnt="0"/>
      <dgm:spPr/>
    </dgm:pt>
    <dgm:pt modelId="{82863A0C-DB6D-447A-B6F5-361808DDE8DC}" type="pres">
      <dgm:prSet presAssocID="{136C8B9F-BCAF-4716-BEF3-31A177E15ACE}" presName="bgRect" presStyleLbl="bgShp" presStyleIdx="3" presStyleCnt="6"/>
      <dgm:spPr/>
    </dgm:pt>
    <dgm:pt modelId="{E0C531F4-6BA8-4F57-BFED-18CBCDF2B520}" type="pres">
      <dgm:prSet presAssocID="{136C8B9F-BCAF-4716-BEF3-31A177E15ACE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ela"/>
        </a:ext>
      </dgm:extLst>
    </dgm:pt>
    <dgm:pt modelId="{5C65A3F8-3D18-444A-952B-9A252E0724F3}" type="pres">
      <dgm:prSet presAssocID="{136C8B9F-BCAF-4716-BEF3-31A177E15ACE}" presName="spaceRect" presStyleCnt="0"/>
      <dgm:spPr/>
    </dgm:pt>
    <dgm:pt modelId="{DD38231A-54E5-4CF2-983F-64E13DC8F680}" type="pres">
      <dgm:prSet presAssocID="{136C8B9F-BCAF-4716-BEF3-31A177E15ACE}" presName="parTx" presStyleLbl="revTx" presStyleIdx="3" presStyleCnt="6">
        <dgm:presLayoutVars>
          <dgm:chMax val="0"/>
          <dgm:chPref val="0"/>
        </dgm:presLayoutVars>
      </dgm:prSet>
      <dgm:spPr/>
    </dgm:pt>
    <dgm:pt modelId="{32ED90E2-9D0C-40DC-9D18-A3D27B0F0040}" type="pres">
      <dgm:prSet presAssocID="{B6B577C1-C01A-4FFA-BDB7-8CBDFFC8EBC2}" presName="sibTrans" presStyleCnt="0"/>
      <dgm:spPr/>
    </dgm:pt>
    <dgm:pt modelId="{01DDFAEE-D55F-4885-9BF1-E4D45198F5D0}" type="pres">
      <dgm:prSet presAssocID="{82CC764F-02B1-4FAE-83B2-3EEAB32A5B66}" presName="compNode" presStyleCnt="0"/>
      <dgm:spPr/>
    </dgm:pt>
    <dgm:pt modelId="{3F38CF83-630D-465C-826D-DA5F5B0CD78C}" type="pres">
      <dgm:prSet presAssocID="{82CC764F-02B1-4FAE-83B2-3EEAB32A5B66}" presName="bgRect" presStyleLbl="bgShp" presStyleIdx="4" presStyleCnt="6"/>
      <dgm:spPr/>
    </dgm:pt>
    <dgm:pt modelId="{0419A31E-5BF5-480B-B162-D1DEFDA216DB}" type="pres">
      <dgm:prSet presAssocID="{82CC764F-02B1-4FAE-83B2-3EEAB32A5B66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FD31AFC0-406C-46F8-9379-45E7DEA01B49}" type="pres">
      <dgm:prSet presAssocID="{82CC764F-02B1-4FAE-83B2-3EEAB32A5B66}" presName="spaceRect" presStyleCnt="0"/>
      <dgm:spPr/>
    </dgm:pt>
    <dgm:pt modelId="{7F16F7BB-2E35-49E5-8D99-87D790BD38E5}" type="pres">
      <dgm:prSet presAssocID="{82CC764F-02B1-4FAE-83B2-3EEAB32A5B66}" presName="parTx" presStyleLbl="revTx" presStyleIdx="4" presStyleCnt="6">
        <dgm:presLayoutVars>
          <dgm:chMax val="0"/>
          <dgm:chPref val="0"/>
        </dgm:presLayoutVars>
      </dgm:prSet>
      <dgm:spPr/>
    </dgm:pt>
    <dgm:pt modelId="{253A45F7-579C-4F99-BA33-80BBD0E19100}" type="pres">
      <dgm:prSet presAssocID="{D15357EC-C2DF-41DA-8B15-680FE65D6635}" presName="sibTrans" presStyleCnt="0"/>
      <dgm:spPr/>
    </dgm:pt>
    <dgm:pt modelId="{EAEF2F19-43E8-4095-9BC4-ACDB03A2B1A3}" type="pres">
      <dgm:prSet presAssocID="{1CC0127F-EAFA-467B-98C3-567AD0A39B98}" presName="compNode" presStyleCnt="0"/>
      <dgm:spPr/>
    </dgm:pt>
    <dgm:pt modelId="{CB8385A3-98CA-4BD6-93F2-8BE20BD8BBE2}" type="pres">
      <dgm:prSet presAssocID="{1CC0127F-EAFA-467B-98C3-567AD0A39B98}" presName="bgRect" presStyleLbl="bgShp" presStyleIdx="5" presStyleCnt="6"/>
      <dgm:spPr/>
    </dgm:pt>
    <dgm:pt modelId="{D1FC3D20-90D5-4748-B0E0-085873A672CD}" type="pres">
      <dgm:prSet presAssocID="{1CC0127F-EAFA-467B-98C3-567AD0A39B98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ffice Worker"/>
        </a:ext>
      </dgm:extLst>
    </dgm:pt>
    <dgm:pt modelId="{AA1C2E28-785C-4A34-8793-1EFA5118AED6}" type="pres">
      <dgm:prSet presAssocID="{1CC0127F-EAFA-467B-98C3-567AD0A39B98}" presName="spaceRect" presStyleCnt="0"/>
      <dgm:spPr/>
    </dgm:pt>
    <dgm:pt modelId="{B23C6B1D-3100-470D-8C7A-BC804E5CB027}" type="pres">
      <dgm:prSet presAssocID="{1CC0127F-EAFA-467B-98C3-567AD0A39B98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042EC37-55F0-4A0F-8E3F-13EAF88FF2F2}" type="presOf" srcId="{B792D88E-EA92-4E8F-8F36-80FC3F5AB23D}" destId="{19CBC040-1A34-48E6-8C65-63154B211CB2}" srcOrd="0" destOrd="0" presId="urn:microsoft.com/office/officeart/2018/2/layout/IconVerticalSolidList"/>
    <dgm:cxn modelId="{35239A38-32D0-4B9A-806C-221156AD00F9}" type="presOf" srcId="{1D1B7917-535E-4508-9F7A-A0C4D4F425A4}" destId="{739F8DA7-6737-4151-936B-EC245755D76F}" srcOrd="0" destOrd="0" presId="urn:microsoft.com/office/officeart/2018/2/layout/IconVerticalSolidList"/>
    <dgm:cxn modelId="{80BA9F39-A473-42B1-92C7-84E558CFD6E2}" srcId="{B792D88E-EA92-4E8F-8F36-80FC3F5AB23D}" destId="{136C8B9F-BCAF-4716-BEF3-31A177E15ACE}" srcOrd="3" destOrd="0" parTransId="{3CD1C7F3-4F0F-4990-9369-4657111B4129}" sibTransId="{B6B577C1-C01A-4FFA-BDB7-8CBDFFC8EBC2}"/>
    <dgm:cxn modelId="{C79F3F5B-BB18-499A-A5DB-08FC3F9969A4}" srcId="{B792D88E-EA92-4E8F-8F36-80FC3F5AB23D}" destId="{82CC764F-02B1-4FAE-83B2-3EEAB32A5B66}" srcOrd="4" destOrd="0" parTransId="{E3D9D58A-993B-4264-A2AB-53D089E34B76}" sibTransId="{D15357EC-C2DF-41DA-8B15-680FE65D6635}"/>
    <dgm:cxn modelId="{597C8A4B-DCFB-4831-866D-B3500391A474}" srcId="{B792D88E-EA92-4E8F-8F36-80FC3F5AB23D}" destId="{80893A37-9766-4122-AF1A-2D0288FBD059}" srcOrd="0" destOrd="0" parTransId="{CCF461E8-AA30-4179-9F00-9B2824033028}" sibTransId="{30121DE4-F840-4ED1-B27A-CE3F1F05A94A}"/>
    <dgm:cxn modelId="{5E85556E-42AC-4812-BB84-AF210C26EA67}" srcId="{B792D88E-EA92-4E8F-8F36-80FC3F5AB23D}" destId="{1D1B7917-535E-4508-9F7A-A0C4D4F425A4}" srcOrd="2" destOrd="0" parTransId="{EF195DE5-E0A3-4066-8816-058D330E0017}" sibTransId="{44061FC8-03F2-401F-8B85-04B4746FA535}"/>
    <dgm:cxn modelId="{1AD36D85-48A2-4248-9ECD-73AF06B6A7EB}" type="presOf" srcId="{82CC764F-02B1-4FAE-83B2-3EEAB32A5B66}" destId="{7F16F7BB-2E35-49E5-8D99-87D790BD38E5}" srcOrd="0" destOrd="0" presId="urn:microsoft.com/office/officeart/2018/2/layout/IconVerticalSolidList"/>
    <dgm:cxn modelId="{D9578193-2C3C-4E78-AC54-4BB5972DF0A2}" type="presOf" srcId="{EADA7178-739A-4D26-BD8A-927CA17F2EE6}" destId="{9C3C48C7-55FC-4A17-8902-5510AA1D3FE1}" srcOrd="0" destOrd="0" presId="urn:microsoft.com/office/officeart/2018/2/layout/IconVerticalSolidList"/>
    <dgm:cxn modelId="{B8B01D96-E00B-461A-A1C2-055B9163016A}" type="presOf" srcId="{1CC0127F-EAFA-467B-98C3-567AD0A39B98}" destId="{B23C6B1D-3100-470D-8C7A-BC804E5CB027}" srcOrd="0" destOrd="0" presId="urn:microsoft.com/office/officeart/2018/2/layout/IconVerticalSolidList"/>
    <dgm:cxn modelId="{1FBA70B8-26E9-4DC3-98A6-A3C8AD89A1A9}" srcId="{B792D88E-EA92-4E8F-8F36-80FC3F5AB23D}" destId="{1CC0127F-EAFA-467B-98C3-567AD0A39B98}" srcOrd="5" destOrd="0" parTransId="{661C0F30-4F9B-4370-867F-66F460159FBC}" sibTransId="{D7A0C371-865B-4019-A50B-4A8D7CF3F916}"/>
    <dgm:cxn modelId="{83FA2DED-C660-4F3B-869B-3F2849DEBA71}" srcId="{B792D88E-EA92-4E8F-8F36-80FC3F5AB23D}" destId="{EADA7178-739A-4D26-BD8A-927CA17F2EE6}" srcOrd="1" destOrd="0" parTransId="{3E429A6E-1AB3-4C9C-97F9-F30180A77C8B}" sibTransId="{815B96D3-2427-4DC3-982B-6B8B929EE531}"/>
    <dgm:cxn modelId="{0951DFF3-7B8B-4D56-96C2-4F96599B8A62}" type="presOf" srcId="{136C8B9F-BCAF-4716-BEF3-31A177E15ACE}" destId="{DD38231A-54E5-4CF2-983F-64E13DC8F680}" srcOrd="0" destOrd="0" presId="urn:microsoft.com/office/officeart/2018/2/layout/IconVerticalSolidList"/>
    <dgm:cxn modelId="{8BA700F7-02A3-4E90-B886-31D8A4B7CDA3}" type="presOf" srcId="{80893A37-9766-4122-AF1A-2D0288FBD059}" destId="{79FEF4F6-187F-4E27-AE07-597EF02639D9}" srcOrd="0" destOrd="0" presId="urn:microsoft.com/office/officeart/2018/2/layout/IconVerticalSolidList"/>
    <dgm:cxn modelId="{B4002590-73E0-4D5E-904F-A87022BB02A0}" type="presParOf" srcId="{19CBC040-1A34-48E6-8C65-63154B211CB2}" destId="{65F14BB1-B0BC-4098-8EF3-BEADA46B0AF4}" srcOrd="0" destOrd="0" presId="urn:microsoft.com/office/officeart/2018/2/layout/IconVerticalSolidList"/>
    <dgm:cxn modelId="{31E3E85A-9031-4B94-9B6A-748F9D6C57D3}" type="presParOf" srcId="{65F14BB1-B0BC-4098-8EF3-BEADA46B0AF4}" destId="{A39DB833-4391-4F4C-AEF2-E64363930C9D}" srcOrd="0" destOrd="0" presId="urn:microsoft.com/office/officeart/2018/2/layout/IconVerticalSolidList"/>
    <dgm:cxn modelId="{EEFB768E-5C09-409C-B5A0-9C613D12A878}" type="presParOf" srcId="{65F14BB1-B0BC-4098-8EF3-BEADA46B0AF4}" destId="{8D8D831A-B135-439D-8642-1D9F7B0EE2AC}" srcOrd="1" destOrd="0" presId="urn:microsoft.com/office/officeart/2018/2/layout/IconVerticalSolidList"/>
    <dgm:cxn modelId="{C62C5867-3B57-4503-B507-9819FDAC6DA3}" type="presParOf" srcId="{65F14BB1-B0BC-4098-8EF3-BEADA46B0AF4}" destId="{90BD9E35-1978-47ED-8A34-999C699C02DB}" srcOrd="2" destOrd="0" presId="urn:microsoft.com/office/officeart/2018/2/layout/IconVerticalSolidList"/>
    <dgm:cxn modelId="{5CB5317A-827D-47AF-BB41-22A212B9B918}" type="presParOf" srcId="{65F14BB1-B0BC-4098-8EF3-BEADA46B0AF4}" destId="{79FEF4F6-187F-4E27-AE07-597EF02639D9}" srcOrd="3" destOrd="0" presId="urn:microsoft.com/office/officeart/2018/2/layout/IconVerticalSolidList"/>
    <dgm:cxn modelId="{2ACFCD6F-822C-464F-B1B2-E99AE49E13E4}" type="presParOf" srcId="{19CBC040-1A34-48E6-8C65-63154B211CB2}" destId="{4B278768-F24C-467E-ACFB-7AA2090AC3C5}" srcOrd="1" destOrd="0" presId="urn:microsoft.com/office/officeart/2018/2/layout/IconVerticalSolidList"/>
    <dgm:cxn modelId="{192FAE37-5AAF-43B9-AF7A-99257BAA31E4}" type="presParOf" srcId="{19CBC040-1A34-48E6-8C65-63154B211CB2}" destId="{B48ECC42-79CC-4123-AB76-DD38A11AE5EE}" srcOrd="2" destOrd="0" presId="urn:microsoft.com/office/officeart/2018/2/layout/IconVerticalSolidList"/>
    <dgm:cxn modelId="{A3009DF5-6C7F-464B-8407-A152B6B77F60}" type="presParOf" srcId="{B48ECC42-79CC-4123-AB76-DD38A11AE5EE}" destId="{11CD2A13-0A8E-48CD-97E8-7A4AA9D55F1D}" srcOrd="0" destOrd="0" presId="urn:microsoft.com/office/officeart/2018/2/layout/IconVerticalSolidList"/>
    <dgm:cxn modelId="{A539FB74-F681-41D5-AEA7-41BABA45A1A4}" type="presParOf" srcId="{B48ECC42-79CC-4123-AB76-DD38A11AE5EE}" destId="{76628E26-C19F-4530-8E7E-6635230EE58C}" srcOrd="1" destOrd="0" presId="urn:microsoft.com/office/officeart/2018/2/layout/IconVerticalSolidList"/>
    <dgm:cxn modelId="{47822B8C-FC05-4B8F-9D4A-E98EDFB705D0}" type="presParOf" srcId="{B48ECC42-79CC-4123-AB76-DD38A11AE5EE}" destId="{0B74CFA1-9D34-437E-AB8F-8FA05FEE02FB}" srcOrd="2" destOrd="0" presId="urn:microsoft.com/office/officeart/2018/2/layout/IconVerticalSolidList"/>
    <dgm:cxn modelId="{F7EF2CCB-70B6-4563-A381-CF3E700081A7}" type="presParOf" srcId="{B48ECC42-79CC-4123-AB76-DD38A11AE5EE}" destId="{9C3C48C7-55FC-4A17-8902-5510AA1D3FE1}" srcOrd="3" destOrd="0" presId="urn:microsoft.com/office/officeart/2018/2/layout/IconVerticalSolidList"/>
    <dgm:cxn modelId="{8CC84FD1-5045-4549-806F-BC64A90D66F6}" type="presParOf" srcId="{19CBC040-1A34-48E6-8C65-63154B211CB2}" destId="{5D5A0CC0-B8B2-413D-8C46-961D21290C1A}" srcOrd="3" destOrd="0" presId="urn:microsoft.com/office/officeart/2018/2/layout/IconVerticalSolidList"/>
    <dgm:cxn modelId="{0E00F70F-8378-4F1F-9B3E-BFBB0B9D8779}" type="presParOf" srcId="{19CBC040-1A34-48E6-8C65-63154B211CB2}" destId="{859AD7DE-1BD6-4396-8CE6-B949E7215937}" srcOrd="4" destOrd="0" presId="urn:microsoft.com/office/officeart/2018/2/layout/IconVerticalSolidList"/>
    <dgm:cxn modelId="{01CAFB19-206A-454C-970A-E64F38A31970}" type="presParOf" srcId="{859AD7DE-1BD6-4396-8CE6-B949E7215937}" destId="{88C5D0EE-C1D5-4E86-84BF-BB6605D2820C}" srcOrd="0" destOrd="0" presId="urn:microsoft.com/office/officeart/2018/2/layout/IconVerticalSolidList"/>
    <dgm:cxn modelId="{8E30D641-53AE-4AAE-B774-A6DC140E2EE5}" type="presParOf" srcId="{859AD7DE-1BD6-4396-8CE6-B949E7215937}" destId="{EF105E42-C637-460D-A2DD-3B1D8A318A8B}" srcOrd="1" destOrd="0" presId="urn:microsoft.com/office/officeart/2018/2/layout/IconVerticalSolidList"/>
    <dgm:cxn modelId="{875397FC-1DFE-4E8C-987B-75A54DF7BC9F}" type="presParOf" srcId="{859AD7DE-1BD6-4396-8CE6-B949E7215937}" destId="{7E572241-1AC5-4FB5-A39C-E6F5EA7CE6AF}" srcOrd="2" destOrd="0" presId="urn:microsoft.com/office/officeart/2018/2/layout/IconVerticalSolidList"/>
    <dgm:cxn modelId="{BE99DAE0-FDFE-4626-B08E-3139A3C206A2}" type="presParOf" srcId="{859AD7DE-1BD6-4396-8CE6-B949E7215937}" destId="{739F8DA7-6737-4151-936B-EC245755D76F}" srcOrd="3" destOrd="0" presId="urn:microsoft.com/office/officeart/2018/2/layout/IconVerticalSolidList"/>
    <dgm:cxn modelId="{5FA3F237-7091-4A67-8437-72C16F673EBD}" type="presParOf" srcId="{19CBC040-1A34-48E6-8C65-63154B211CB2}" destId="{106ECEB7-89B0-4FEE-B401-46387BD44268}" srcOrd="5" destOrd="0" presId="urn:microsoft.com/office/officeart/2018/2/layout/IconVerticalSolidList"/>
    <dgm:cxn modelId="{267C113F-57D5-4BB1-829E-CE11B60DF82D}" type="presParOf" srcId="{19CBC040-1A34-48E6-8C65-63154B211CB2}" destId="{0264979D-71C9-4A07-9996-254C086C0C9C}" srcOrd="6" destOrd="0" presId="urn:microsoft.com/office/officeart/2018/2/layout/IconVerticalSolidList"/>
    <dgm:cxn modelId="{5BCA112F-A9C1-4C41-9F23-334381A36B46}" type="presParOf" srcId="{0264979D-71C9-4A07-9996-254C086C0C9C}" destId="{82863A0C-DB6D-447A-B6F5-361808DDE8DC}" srcOrd="0" destOrd="0" presId="urn:microsoft.com/office/officeart/2018/2/layout/IconVerticalSolidList"/>
    <dgm:cxn modelId="{3CC29722-6418-48F3-AB08-99CE6BB44E89}" type="presParOf" srcId="{0264979D-71C9-4A07-9996-254C086C0C9C}" destId="{E0C531F4-6BA8-4F57-BFED-18CBCDF2B520}" srcOrd="1" destOrd="0" presId="urn:microsoft.com/office/officeart/2018/2/layout/IconVerticalSolidList"/>
    <dgm:cxn modelId="{219F63EE-C785-4ECC-99FB-E13A7594AFCC}" type="presParOf" srcId="{0264979D-71C9-4A07-9996-254C086C0C9C}" destId="{5C65A3F8-3D18-444A-952B-9A252E0724F3}" srcOrd="2" destOrd="0" presId="urn:microsoft.com/office/officeart/2018/2/layout/IconVerticalSolidList"/>
    <dgm:cxn modelId="{EB456273-1A5D-4E65-BF64-B068D652A71B}" type="presParOf" srcId="{0264979D-71C9-4A07-9996-254C086C0C9C}" destId="{DD38231A-54E5-4CF2-983F-64E13DC8F680}" srcOrd="3" destOrd="0" presId="urn:microsoft.com/office/officeart/2018/2/layout/IconVerticalSolidList"/>
    <dgm:cxn modelId="{30B85B1E-043E-400B-93CF-D605FAE9F929}" type="presParOf" srcId="{19CBC040-1A34-48E6-8C65-63154B211CB2}" destId="{32ED90E2-9D0C-40DC-9D18-A3D27B0F0040}" srcOrd="7" destOrd="0" presId="urn:microsoft.com/office/officeart/2018/2/layout/IconVerticalSolidList"/>
    <dgm:cxn modelId="{31BDAD41-9081-4538-8A0A-C3BEBAF1109C}" type="presParOf" srcId="{19CBC040-1A34-48E6-8C65-63154B211CB2}" destId="{01DDFAEE-D55F-4885-9BF1-E4D45198F5D0}" srcOrd="8" destOrd="0" presId="urn:microsoft.com/office/officeart/2018/2/layout/IconVerticalSolidList"/>
    <dgm:cxn modelId="{D99491D0-4945-4E85-B0D5-2ED1609AEB2D}" type="presParOf" srcId="{01DDFAEE-D55F-4885-9BF1-E4D45198F5D0}" destId="{3F38CF83-630D-465C-826D-DA5F5B0CD78C}" srcOrd="0" destOrd="0" presId="urn:microsoft.com/office/officeart/2018/2/layout/IconVerticalSolidList"/>
    <dgm:cxn modelId="{BA28A47E-319D-44AF-94BB-396BF625A631}" type="presParOf" srcId="{01DDFAEE-D55F-4885-9BF1-E4D45198F5D0}" destId="{0419A31E-5BF5-480B-B162-D1DEFDA216DB}" srcOrd="1" destOrd="0" presId="urn:microsoft.com/office/officeart/2018/2/layout/IconVerticalSolidList"/>
    <dgm:cxn modelId="{F50CDFD6-FCE3-4237-B906-24A2E7B9CBA3}" type="presParOf" srcId="{01DDFAEE-D55F-4885-9BF1-E4D45198F5D0}" destId="{FD31AFC0-406C-46F8-9379-45E7DEA01B49}" srcOrd="2" destOrd="0" presId="urn:microsoft.com/office/officeart/2018/2/layout/IconVerticalSolidList"/>
    <dgm:cxn modelId="{64B15AEE-717F-4E55-8FFB-BAA7E8215814}" type="presParOf" srcId="{01DDFAEE-D55F-4885-9BF1-E4D45198F5D0}" destId="{7F16F7BB-2E35-49E5-8D99-87D790BD38E5}" srcOrd="3" destOrd="0" presId="urn:microsoft.com/office/officeart/2018/2/layout/IconVerticalSolidList"/>
    <dgm:cxn modelId="{F09A7714-FA86-45AD-8D9F-2096C9E7E018}" type="presParOf" srcId="{19CBC040-1A34-48E6-8C65-63154B211CB2}" destId="{253A45F7-579C-4F99-BA33-80BBD0E19100}" srcOrd="9" destOrd="0" presId="urn:microsoft.com/office/officeart/2018/2/layout/IconVerticalSolidList"/>
    <dgm:cxn modelId="{9A631144-553B-4F1D-959F-34E7187C36BB}" type="presParOf" srcId="{19CBC040-1A34-48E6-8C65-63154B211CB2}" destId="{EAEF2F19-43E8-4095-9BC4-ACDB03A2B1A3}" srcOrd="10" destOrd="0" presId="urn:microsoft.com/office/officeart/2018/2/layout/IconVerticalSolidList"/>
    <dgm:cxn modelId="{6D54B1A0-CF2E-4F31-996F-6B428448983C}" type="presParOf" srcId="{EAEF2F19-43E8-4095-9BC4-ACDB03A2B1A3}" destId="{CB8385A3-98CA-4BD6-93F2-8BE20BD8BBE2}" srcOrd="0" destOrd="0" presId="urn:microsoft.com/office/officeart/2018/2/layout/IconVerticalSolidList"/>
    <dgm:cxn modelId="{EB31892C-83D8-4A40-B153-8C60CEA9D1B1}" type="presParOf" srcId="{EAEF2F19-43E8-4095-9BC4-ACDB03A2B1A3}" destId="{D1FC3D20-90D5-4748-B0E0-085873A672CD}" srcOrd="1" destOrd="0" presId="urn:microsoft.com/office/officeart/2018/2/layout/IconVerticalSolidList"/>
    <dgm:cxn modelId="{B82A3BCD-D1D7-4B35-A969-B82BE9E12035}" type="presParOf" srcId="{EAEF2F19-43E8-4095-9BC4-ACDB03A2B1A3}" destId="{AA1C2E28-785C-4A34-8793-1EFA5118AED6}" srcOrd="2" destOrd="0" presId="urn:microsoft.com/office/officeart/2018/2/layout/IconVerticalSolidList"/>
    <dgm:cxn modelId="{E5A28E39-B70B-4A60-925D-A6E6D7671825}" type="presParOf" srcId="{EAEF2F19-43E8-4095-9BC4-ACDB03A2B1A3}" destId="{B23C6B1D-3100-470D-8C7A-BC804E5CB027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AE50009-228B-443B-B318-8647735BE4B2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8B54F93-52CE-4302-8AA4-6A7894BE9DB2}">
      <dgm:prSet/>
      <dgm:spPr/>
      <dgm:t>
        <a:bodyPr/>
        <a:lstStyle/>
        <a:p>
          <a:r>
            <a:rPr lang="en-US"/>
            <a:t>&lt;input type="text" required&gt;</a:t>
          </a:r>
        </a:p>
      </dgm:t>
    </dgm:pt>
    <dgm:pt modelId="{7B2EA41B-C04F-43B0-BB4B-3ACA9B45DC5B}" type="parTrans" cxnId="{0C3A68C7-B968-42D8-855B-ACBE462BD206}">
      <dgm:prSet/>
      <dgm:spPr/>
      <dgm:t>
        <a:bodyPr/>
        <a:lstStyle/>
        <a:p>
          <a:endParaRPr lang="en-US"/>
        </a:p>
      </dgm:t>
    </dgm:pt>
    <dgm:pt modelId="{7C56B49E-DA73-4A36-BA44-A74AF023201C}" type="sibTrans" cxnId="{0C3A68C7-B968-42D8-855B-ACBE462BD206}">
      <dgm:prSet/>
      <dgm:spPr/>
      <dgm:t>
        <a:bodyPr/>
        <a:lstStyle/>
        <a:p>
          <a:endParaRPr lang="en-US"/>
        </a:p>
      </dgm:t>
    </dgm:pt>
    <dgm:pt modelId="{4478D091-F00D-4088-9402-B17CFA071B68}">
      <dgm:prSet/>
      <dgm:spPr/>
      <dgm:t>
        <a:bodyPr/>
        <a:lstStyle/>
        <a:p>
          <a:r>
            <a:rPr lang="en-US"/>
            <a:t>&lt;input type="number" min="1" max="10"&gt;</a:t>
          </a:r>
        </a:p>
      </dgm:t>
    </dgm:pt>
    <dgm:pt modelId="{86FD2012-6EE8-4ED2-8939-E65DFA68FBAB}" type="parTrans" cxnId="{BABC8569-F611-4642-A3FC-1C3B592D84AB}">
      <dgm:prSet/>
      <dgm:spPr/>
      <dgm:t>
        <a:bodyPr/>
        <a:lstStyle/>
        <a:p>
          <a:endParaRPr lang="en-US"/>
        </a:p>
      </dgm:t>
    </dgm:pt>
    <dgm:pt modelId="{F3A80452-608C-4FA4-84BD-AA8C5AEFCAA9}" type="sibTrans" cxnId="{BABC8569-F611-4642-A3FC-1C3B592D84AB}">
      <dgm:prSet/>
      <dgm:spPr/>
      <dgm:t>
        <a:bodyPr/>
        <a:lstStyle/>
        <a:p>
          <a:endParaRPr lang="en-US"/>
        </a:p>
      </dgm:t>
    </dgm:pt>
    <dgm:pt modelId="{C2521767-D624-4DEB-84A1-73E1C96B22F3}">
      <dgm:prSet/>
      <dgm:spPr/>
      <dgm:t>
        <a:bodyPr/>
        <a:lstStyle/>
        <a:p>
          <a:r>
            <a:rPr lang="en-US"/>
            <a:t>&lt;input type="text" pattern="\d{5}-\d{3}" title="CEP válido"&gt;</a:t>
          </a:r>
        </a:p>
      </dgm:t>
    </dgm:pt>
    <dgm:pt modelId="{3382E730-CE5E-4DBF-8D2E-C0910B81E9D2}" type="parTrans" cxnId="{0D887E95-237A-4171-914D-7D7C0B247FFE}">
      <dgm:prSet/>
      <dgm:spPr/>
      <dgm:t>
        <a:bodyPr/>
        <a:lstStyle/>
        <a:p>
          <a:endParaRPr lang="en-US"/>
        </a:p>
      </dgm:t>
    </dgm:pt>
    <dgm:pt modelId="{4CA355C4-22C6-49C1-86C4-BC1BCAA526A1}" type="sibTrans" cxnId="{0D887E95-237A-4171-914D-7D7C0B247FFE}">
      <dgm:prSet/>
      <dgm:spPr/>
      <dgm:t>
        <a:bodyPr/>
        <a:lstStyle/>
        <a:p>
          <a:endParaRPr lang="en-US"/>
        </a:p>
      </dgm:t>
    </dgm:pt>
    <dgm:pt modelId="{4CFCADE0-6C27-4FF3-A7DD-03916EC92B1C}" type="pres">
      <dgm:prSet presAssocID="{BAE50009-228B-443B-B318-8647735BE4B2}" presName="linear" presStyleCnt="0">
        <dgm:presLayoutVars>
          <dgm:animLvl val="lvl"/>
          <dgm:resizeHandles val="exact"/>
        </dgm:presLayoutVars>
      </dgm:prSet>
      <dgm:spPr/>
    </dgm:pt>
    <dgm:pt modelId="{6C057BA7-E13C-4EC2-9632-733CB2AF178D}" type="pres">
      <dgm:prSet presAssocID="{08B54F93-52CE-4302-8AA4-6A7894BE9DB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751E78D4-4149-4D79-8A8E-734819F9032D}" type="pres">
      <dgm:prSet presAssocID="{7C56B49E-DA73-4A36-BA44-A74AF023201C}" presName="spacer" presStyleCnt="0"/>
      <dgm:spPr/>
    </dgm:pt>
    <dgm:pt modelId="{ACED139A-D79F-47D0-8BF5-3ADD39AD0A9A}" type="pres">
      <dgm:prSet presAssocID="{4478D091-F00D-4088-9402-B17CFA071B68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DDA4DE66-5035-4A43-8246-2424E3634B8A}" type="pres">
      <dgm:prSet presAssocID="{F3A80452-608C-4FA4-84BD-AA8C5AEFCAA9}" presName="spacer" presStyleCnt="0"/>
      <dgm:spPr/>
    </dgm:pt>
    <dgm:pt modelId="{99008834-FB3B-4DFB-8FB7-06CF1208DC49}" type="pres">
      <dgm:prSet presAssocID="{C2521767-D624-4DEB-84A1-73E1C96B22F3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ABC8569-F611-4642-A3FC-1C3B592D84AB}" srcId="{BAE50009-228B-443B-B318-8647735BE4B2}" destId="{4478D091-F00D-4088-9402-B17CFA071B68}" srcOrd="1" destOrd="0" parTransId="{86FD2012-6EE8-4ED2-8939-E65DFA68FBAB}" sibTransId="{F3A80452-608C-4FA4-84BD-AA8C5AEFCAA9}"/>
    <dgm:cxn modelId="{CE46527A-19A5-4D7B-91A9-9CFF2F09D67D}" type="presOf" srcId="{BAE50009-228B-443B-B318-8647735BE4B2}" destId="{4CFCADE0-6C27-4FF3-A7DD-03916EC92B1C}" srcOrd="0" destOrd="0" presId="urn:microsoft.com/office/officeart/2005/8/layout/vList2"/>
    <dgm:cxn modelId="{0D887E95-237A-4171-914D-7D7C0B247FFE}" srcId="{BAE50009-228B-443B-B318-8647735BE4B2}" destId="{C2521767-D624-4DEB-84A1-73E1C96B22F3}" srcOrd="2" destOrd="0" parTransId="{3382E730-CE5E-4DBF-8D2E-C0910B81E9D2}" sibTransId="{4CA355C4-22C6-49C1-86C4-BC1BCAA526A1}"/>
    <dgm:cxn modelId="{583A7AA0-C3E3-4BAF-995D-7662E3A2D239}" type="presOf" srcId="{4478D091-F00D-4088-9402-B17CFA071B68}" destId="{ACED139A-D79F-47D0-8BF5-3ADD39AD0A9A}" srcOrd="0" destOrd="0" presId="urn:microsoft.com/office/officeart/2005/8/layout/vList2"/>
    <dgm:cxn modelId="{CC7268C5-F619-43E7-A37C-AC6578F7B7EA}" type="presOf" srcId="{C2521767-D624-4DEB-84A1-73E1C96B22F3}" destId="{99008834-FB3B-4DFB-8FB7-06CF1208DC49}" srcOrd="0" destOrd="0" presId="urn:microsoft.com/office/officeart/2005/8/layout/vList2"/>
    <dgm:cxn modelId="{0C3A68C7-B968-42D8-855B-ACBE462BD206}" srcId="{BAE50009-228B-443B-B318-8647735BE4B2}" destId="{08B54F93-52CE-4302-8AA4-6A7894BE9DB2}" srcOrd="0" destOrd="0" parTransId="{7B2EA41B-C04F-43B0-BB4B-3ACA9B45DC5B}" sibTransId="{7C56B49E-DA73-4A36-BA44-A74AF023201C}"/>
    <dgm:cxn modelId="{E73C78C8-D202-4459-96A3-48B7E6B15B9D}" type="presOf" srcId="{08B54F93-52CE-4302-8AA4-6A7894BE9DB2}" destId="{6C057BA7-E13C-4EC2-9632-733CB2AF178D}" srcOrd="0" destOrd="0" presId="urn:microsoft.com/office/officeart/2005/8/layout/vList2"/>
    <dgm:cxn modelId="{F1D29DB6-7C63-447C-9239-D1DFEB5C6034}" type="presParOf" srcId="{4CFCADE0-6C27-4FF3-A7DD-03916EC92B1C}" destId="{6C057BA7-E13C-4EC2-9632-733CB2AF178D}" srcOrd="0" destOrd="0" presId="urn:microsoft.com/office/officeart/2005/8/layout/vList2"/>
    <dgm:cxn modelId="{AF42676D-FD59-4ACF-B1A8-AA13BA7E37C1}" type="presParOf" srcId="{4CFCADE0-6C27-4FF3-A7DD-03916EC92B1C}" destId="{751E78D4-4149-4D79-8A8E-734819F9032D}" srcOrd="1" destOrd="0" presId="urn:microsoft.com/office/officeart/2005/8/layout/vList2"/>
    <dgm:cxn modelId="{AEB97A90-B1AA-4B4B-879B-21473113FD03}" type="presParOf" srcId="{4CFCADE0-6C27-4FF3-A7DD-03916EC92B1C}" destId="{ACED139A-D79F-47D0-8BF5-3ADD39AD0A9A}" srcOrd="2" destOrd="0" presId="urn:microsoft.com/office/officeart/2005/8/layout/vList2"/>
    <dgm:cxn modelId="{6E68B637-1211-49D3-AF11-FBD7DC5971CE}" type="presParOf" srcId="{4CFCADE0-6C27-4FF3-A7DD-03916EC92B1C}" destId="{DDA4DE66-5035-4A43-8246-2424E3634B8A}" srcOrd="3" destOrd="0" presId="urn:microsoft.com/office/officeart/2005/8/layout/vList2"/>
    <dgm:cxn modelId="{96F0A89A-5CE6-42A5-A814-F380ABC39555}" type="presParOf" srcId="{4CFCADE0-6C27-4FF3-A7DD-03916EC92B1C}" destId="{99008834-FB3B-4DFB-8FB7-06CF1208DC49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F458B5D1-4741-4B69-8B70-68E5F35C83C7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BE1E26A3-A7BB-4AA5-A663-AD43A8718572}">
      <dgm:prSet/>
      <dgm:spPr/>
      <dgm:t>
        <a:bodyPr/>
        <a:lstStyle/>
        <a:p>
          <a:r>
            <a:rPr lang="en-US"/>
            <a:t>&lt;input type="text" maxlength="10"&gt;</a:t>
          </a:r>
        </a:p>
      </dgm:t>
    </dgm:pt>
    <dgm:pt modelId="{4E142B2A-164F-4923-81F0-2A19915DD42A}" type="parTrans" cxnId="{C03E170F-9F18-4C38-B4ED-A0CAA8FBB5FC}">
      <dgm:prSet/>
      <dgm:spPr/>
      <dgm:t>
        <a:bodyPr/>
        <a:lstStyle/>
        <a:p>
          <a:endParaRPr lang="en-US"/>
        </a:p>
      </dgm:t>
    </dgm:pt>
    <dgm:pt modelId="{247BCB9E-22DA-4563-8A14-2108D1993FC6}" type="sibTrans" cxnId="{C03E170F-9F18-4C38-B4ED-A0CAA8FBB5FC}">
      <dgm:prSet/>
      <dgm:spPr/>
      <dgm:t>
        <a:bodyPr/>
        <a:lstStyle/>
        <a:p>
          <a:endParaRPr lang="en-US"/>
        </a:p>
      </dgm:t>
    </dgm:pt>
    <dgm:pt modelId="{91A7C01F-3A65-4D0E-B3E1-6F5100004902}">
      <dgm:prSet/>
      <dgm:spPr/>
      <dgm:t>
        <a:bodyPr/>
        <a:lstStyle/>
        <a:p>
          <a:r>
            <a:rPr lang="en-US"/>
            <a:t>&lt;input type="password" pattern="^[A-Za-z0-9]{6,12}$"&gt;</a:t>
          </a:r>
        </a:p>
      </dgm:t>
    </dgm:pt>
    <dgm:pt modelId="{D00214FE-4F46-4B34-8421-9A04717A9DD1}" type="parTrans" cxnId="{AC1DCB54-D889-4204-94D9-B95CEBA78494}">
      <dgm:prSet/>
      <dgm:spPr/>
      <dgm:t>
        <a:bodyPr/>
        <a:lstStyle/>
        <a:p>
          <a:endParaRPr lang="en-US"/>
        </a:p>
      </dgm:t>
    </dgm:pt>
    <dgm:pt modelId="{65F79BDF-38B6-4AD1-87BC-781B05D110D6}" type="sibTrans" cxnId="{AC1DCB54-D889-4204-94D9-B95CEBA78494}">
      <dgm:prSet/>
      <dgm:spPr/>
      <dgm:t>
        <a:bodyPr/>
        <a:lstStyle/>
        <a:p>
          <a:endParaRPr lang="en-US"/>
        </a:p>
      </dgm:t>
    </dgm:pt>
    <dgm:pt modelId="{30563478-5F84-436C-A6BC-C6CB544DE5FE}">
      <dgm:prSet/>
      <dgm:spPr/>
      <dgm:t>
        <a:bodyPr/>
        <a:lstStyle/>
        <a:p>
          <a:r>
            <a:rPr lang="en-US"/>
            <a:t>&lt;input type="text" pattern="[A-Za-z\s]+" title="Somente letras e espaços"&gt;</a:t>
          </a:r>
        </a:p>
      </dgm:t>
    </dgm:pt>
    <dgm:pt modelId="{A17B9A7A-A44A-44F9-9959-6EFD4B6C8F02}" type="parTrans" cxnId="{93481F3F-A0FF-461E-8499-CCBFAD2F7BC2}">
      <dgm:prSet/>
      <dgm:spPr/>
      <dgm:t>
        <a:bodyPr/>
        <a:lstStyle/>
        <a:p>
          <a:endParaRPr lang="en-US"/>
        </a:p>
      </dgm:t>
    </dgm:pt>
    <dgm:pt modelId="{4B1AF74F-51C9-4357-A792-70755C8E37DF}" type="sibTrans" cxnId="{93481F3F-A0FF-461E-8499-CCBFAD2F7BC2}">
      <dgm:prSet/>
      <dgm:spPr/>
      <dgm:t>
        <a:bodyPr/>
        <a:lstStyle/>
        <a:p>
          <a:endParaRPr lang="en-US"/>
        </a:p>
      </dgm:t>
    </dgm:pt>
    <dgm:pt modelId="{38052FE2-DAE9-479A-9591-1771981093FD}" type="pres">
      <dgm:prSet presAssocID="{F458B5D1-4741-4B69-8B70-68E5F35C83C7}" presName="linear" presStyleCnt="0">
        <dgm:presLayoutVars>
          <dgm:animLvl val="lvl"/>
          <dgm:resizeHandles val="exact"/>
        </dgm:presLayoutVars>
      </dgm:prSet>
      <dgm:spPr/>
    </dgm:pt>
    <dgm:pt modelId="{6A6BD34E-807A-4348-B104-067347BBA45B}" type="pres">
      <dgm:prSet presAssocID="{BE1E26A3-A7BB-4AA5-A663-AD43A8718572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E1E0E7B3-AEAA-4FB4-85C2-B54ECDDF6217}" type="pres">
      <dgm:prSet presAssocID="{247BCB9E-22DA-4563-8A14-2108D1993FC6}" presName="spacer" presStyleCnt="0"/>
      <dgm:spPr/>
    </dgm:pt>
    <dgm:pt modelId="{C0975B63-447B-47EC-AC49-95D68ACCA010}" type="pres">
      <dgm:prSet presAssocID="{91A7C01F-3A65-4D0E-B3E1-6F5100004902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13FD2427-FE10-4297-9C2B-78A96BBAE43D}" type="pres">
      <dgm:prSet presAssocID="{65F79BDF-38B6-4AD1-87BC-781B05D110D6}" presName="spacer" presStyleCnt="0"/>
      <dgm:spPr/>
    </dgm:pt>
    <dgm:pt modelId="{F8E3D721-2440-43A9-860B-1D6F787B063A}" type="pres">
      <dgm:prSet presAssocID="{30563478-5F84-436C-A6BC-C6CB544DE5FE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C03E170F-9F18-4C38-B4ED-A0CAA8FBB5FC}" srcId="{F458B5D1-4741-4B69-8B70-68E5F35C83C7}" destId="{BE1E26A3-A7BB-4AA5-A663-AD43A8718572}" srcOrd="0" destOrd="0" parTransId="{4E142B2A-164F-4923-81F0-2A19915DD42A}" sibTransId="{247BCB9E-22DA-4563-8A14-2108D1993FC6}"/>
    <dgm:cxn modelId="{C9F6F419-28E3-4187-8969-00132FA718C1}" type="presOf" srcId="{91A7C01F-3A65-4D0E-B3E1-6F5100004902}" destId="{C0975B63-447B-47EC-AC49-95D68ACCA010}" srcOrd="0" destOrd="0" presId="urn:microsoft.com/office/officeart/2005/8/layout/vList2"/>
    <dgm:cxn modelId="{93481F3F-A0FF-461E-8499-CCBFAD2F7BC2}" srcId="{F458B5D1-4741-4B69-8B70-68E5F35C83C7}" destId="{30563478-5F84-436C-A6BC-C6CB544DE5FE}" srcOrd="2" destOrd="0" parTransId="{A17B9A7A-A44A-44F9-9959-6EFD4B6C8F02}" sibTransId="{4B1AF74F-51C9-4357-A792-70755C8E37DF}"/>
    <dgm:cxn modelId="{7DE9F75B-CCF5-4AD8-A607-B0480FF9B2AB}" type="presOf" srcId="{BE1E26A3-A7BB-4AA5-A663-AD43A8718572}" destId="{6A6BD34E-807A-4348-B104-067347BBA45B}" srcOrd="0" destOrd="0" presId="urn:microsoft.com/office/officeart/2005/8/layout/vList2"/>
    <dgm:cxn modelId="{CD4E5247-9479-4546-95F7-8F1AF4000ADA}" type="presOf" srcId="{F458B5D1-4741-4B69-8B70-68E5F35C83C7}" destId="{38052FE2-DAE9-479A-9591-1771981093FD}" srcOrd="0" destOrd="0" presId="urn:microsoft.com/office/officeart/2005/8/layout/vList2"/>
    <dgm:cxn modelId="{AC1DCB54-D889-4204-94D9-B95CEBA78494}" srcId="{F458B5D1-4741-4B69-8B70-68E5F35C83C7}" destId="{91A7C01F-3A65-4D0E-B3E1-6F5100004902}" srcOrd="1" destOrd="0" parTransId="{D00214FE-4F46-4B34-8421-9A04717A9DD1}" sibTransId="{65F79BDF-38B6-4AD1-87BC-781B05D110D6}"/>
    <dgm:cxn modelId="{1695E3DF-6EA8-48D3-9FD8-E2373D2C75A0}" type="presOf" srcId="{30563478-5F84-436C-A6BC-C6CB544DE5FE}" destId="{F8E3D721-2440-43A9-860B-1D6F787B063A}" srcOrd="0" destOrd="0" presId="urn:microsoft.com/office/officeart/2005/8/layout/vList2"/>
    <dgm:cxn modelId="{426AD618-91A0-4D96-BD3D-4A3951E84CE0}" type="presParOf" srcId="{38052FE2-DAE9-479A-9591-1771981093FD}" destId="{6A6BD34E-807A-4348-B104-067347BBA45B}" srcOrd="0" destOrd="0" presId="urn:microsoft.com/office/officeart/2005/8/layout/vList2"/>
    <dgm:cxn modelId="{FAB079D5-7BF4-432D-BC9E-BED7D2DD9BA3}" type="presParOf" srcId="{38052FE2-DAE9-479A-9591-1771981093FD}" destId="{E1E0E7B3-AEAA-4FB4-85C2-B54ECDDF6217}" srcOrd="1" destOrd="0" presId="urn:microsoft.com/office/officeart/2005/8/layout/vList2"/>
    <dgm:cxn modelId="{662FD7C4-ED0B-42A7-AC90-4F7EEC2C8889}" type="presParOf" srcId="{38052FE2-DAE9-479A-9591-1771981093FD}" destId="{C0975B63-447B-47EC-AC49-95D68ACCA010}" srcOrd="2" destOrd="0" presId="urn:microsoft.com/office/officeart/2005/8/layout/vList2"/>
    <dgm:cxn modelId="{0EB43CBE-C95F-44F6-9EB6-384C5673E38D}" type="presParOf" srcId="{38052FE2-DAE9-479A-9591-1771981093FD}" destId="{13FD2427-FE10-4297-9C2B-78A96BBAE43D}" srcOrd="3" destOrd="0" presId="urn:microsoft.com/office/officeart/2005/8/layout/vList2"/>
    <dgm:cxn modelId="{32AB4E2A-01E1-4DC7-9372-E3F6FB65BB5B}" type="presParOf" srcId="{38052FE2-DAE9-479A-9591-1771981093FD}" destId="{F8E3D721-2440-43A9-860B-1D6F787B063A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6D5423B-CC36-4F4C-B8AB-9C12344DED28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C3E6E8C-652C-44C3-8BAC-4A7BB375B905}">
      <dgm:prSet/>
      <dgm:spPr/>
      <dgm:t>
        <a:bodyPr/>
        <a:lstStyle/>
        <a:p>
          <a:r>
            <a:rPr lang="en-US" dirty="0" err="1"/>
            <a:t>Representação</a:t>
          </a:r>
          <a:r>
            <a:rPr lang="en-US" dirty="0"/>
            <a:t> da </a:t>
          </a:r>
          <a:r>
            <a:rPr lang="en-US" dirty="0" err="1"/>
            <a:t>estrutura</a:t>
          </a:r>
          <a:r>
            <a:rPr lang="en-US" dirty="0"/>
            <a:t> HTML </a:t>
          </a:r>
          <a:r>
            <a:rPr lang="en-US" dirty="0" err="1"/>
            <a:t>como</a:t>
          </a:r>
          <a:r>
            <a:rPr lang="en-US" dirty="0"/>
            <a:t> </a:t>
          </a:r>
          <a:r>
            <a:rPr lang="en-US" dirty="0" err="1"/>
            <a:t>objetos</a:t>
          </a:r>
          <a:endParaRPr lang="en-US" dirty="0"/>
        </a:p>
      </dgm:t>
    </dgm:pt>
    <dgm:pt modelId="{9FE1C2B1-A0E0-44CB-A4B9-ABE38AFFAD17}" type="parTrans" cxnId="{6CF99AA5-F763-4239-ABF0-CE94D034EBB7}">
      <dgm:prSet/>
      <dgm:spPr/>
      <dgm:t>
        <a:bodyPr/>
        <a:lstStyle/>
        <a:p>
          <a:endParaRPr lang="en-US"/>
        </a:p>
      </dgm:t>
    </dgm:pt>
    <dgm:pt modelId="{8A7EDE0D-2218-485D-8972-0125EE5500D9}" type="sibTrans" cxnId="{6CF99AA5-F763-4239-ABF0-CE94D034EBB7}">
      <dgm:prSet/>
      <dgm:spPr/>
      <dgm:t>
        <a:bodyPr/>
        <a:lstStyle/>
        <a:p>
          <a:endParaRPr lang="en-US"/>
        </a:p>
      </dgm:t>
    </dgm:pt>
    <dgm:pt modelId="{33EEF99A-D6D4-4917-AEBB-5EC56B6812FC}">
      <dgm:prSet/>
      <dgm:spPr/>
      <dgm:t>
        <a:bodyPr/>
        <a:lstStyle/>
        <a:p>
          <a:r>
            <a:rPr lang="en-US" dirty="0" err="1"/>
            <a:t>Permite</a:t>
          </a:r>
          <a:r>
            <a:rPr lang="en-US" dirty="0"/>
            <a:t> </a:t>
          </a:r>
          <a:r>
            <a:rPr lang="en-US" dirty="0" err="1"/>
            <a:t>acesso</a:t>
          </a:r>
          <a:r>
            <a:rPr lang="en-US" dirty="0"/>
            <a:t> e </a:t>
          </a:r>
          <a:r>
            <a:rPr lang="en-US" dirty="0" err="1"/>
            <a:t>manipulação</a:t>
          </a:r>
          <a:r>
            <a:rPr lang="en-US" dirty="0"/>
            <a:t> via JavaScript</a:t>
          </a:r>
        </a:p>
      </dgm:t>
    </dgm:pt>
    <dgm:pt modelId="{9C786B39-8427-4896-AFDA-FCB868225B9F}" type="parTrans" cxnId="{E587E2CB-598F-4B1E-8C5F-9A55CFF687DF}">
      <dgm:prSet/>
      <dgm:spPr/>
      <dgm:t>
        <a:bodyPr/>
        <a:lstStyle/>
        <a:p>
          <a:endParaRPr lang="en-US"/>
        </a:p>
      </dgm:t>
    </dgm:pt>
    <dgm:pt modelId="{390014B8-BDF7-4D55-B1B8-E1D3268A2317}" type="sibTrans" cxnId="{E587E2CB-598F-4B1E-8C5F-9A55CFF687DF}">
      <dgm:prSet/>
      <dgm:spPr/>
      <dgm:t>
        <a:bodyPr/>
        <a:lstStyle/>
        <a:p>
          <a:endParaRPr lang="en-US"/>
        </a:p>
      </dgm:t>
    </dgm:pt>
    <dgm:pt modelId="{C100552D-55DA-4977-9A96-10F6D0F1B5B8}">
      <dgm:prSet/>
      <dgm:spPr/>
      <dgm:t>
        <a:bodyPr/>
        <a:lstStyle/>
        <a:p>
          <a:r>
            <a:rPr lang="en-US" dirty="0"/>
            <a:t>Cada tag </a:t>
          </a:r>
          <a:r>
            <a:rPr lang="en-US" dirty="0" err="1"/>
            <a:t>vira</a:t>
          </a:r>
          <a:r>
            <a:rPr lang="en-US" dirty="0"/>
            <a:t> um '</a:t>
          </a:r>
          <a:r>
            <a:rPr lang="en-US" dirty="0" err="1"/>
            <a:t>nó</a:t>
          </a:r>
          <a:r>
            <a:rPr lang="en-US" dirty="0"/>
            <a:t>' (node)</a:t>
          </a:r>
        </a:p>
      </dgm:t>
    </dgm:pt>
    <dgm:pt modelId="{B7DD8B7E-E464-46B4-B007-352EF8132E16}" type="parTrans" cxnId="{9EDCDB57-D5FD-4C73-9060-F8E1B8E9ABA8}">
      <dgm:prSet/>
      <dgm:spPr/>
      <dgm:t>
        <a:bodyPr/>
        <a:lstStyle/>
        <a:p>
          <a:endParaRPr lang="en-US"/>
        </a:p>
      </dgm:t>
    </dgm:pt>
    <dgm:pt modelId="{751E8DBF-77BE-46C0-9B53-B2E5178E8C1D}" type="sibTrans" cxnId="{9EDCDB57-D5FD-4C73-9060-F8E1B8E9ABA8}">
      <dgm:prSet/>
      <dgm:spPr/>
      <dgm:t>
        <a:bodyPr/>
        <a:lstStyle/>
        <a:p>
          <a:endParaRPr lang="en-US"/>
        </a:p>
      </dgm:t>
    </dgm:pt>
    <dgm:pt modelId="{D332FA01-5B4F-442F-A986-2BC1E9E7CA2D}" type="pres">
      <dgm:prSet presAssocID="{76D5423B-CC36-4F4C-B8AB-9C12344DED28}" presName="linear" presStyleCnt="0">
        <dgm:presLayoutVars>
          <dgm:animLvl val="lvl"/>
          <dgm:resizeHandles val="exact"/>
        </dgm:presLayoutVars>
      </dgm:prSet>
      <dgm:spPr/>
    </dgm:pt>
    <dgm:pt modelId="{6B2A9A38-6075-4B34-BBB5-9C134DB2815B}" type="pres">
      <dgm:prSet presAssocID="{CC3E6E8C-652C-44C3-8BAC-4A7BB375B905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815D601-9CA7-447D-A1A5-5ABAE0B2B07B}" type="pres">
      <dgm:prSet presAssocID="{8A7EDE0D-2218-485D-8972-0125EE5500D9}" presName="spacer" presStyleCnt="0"/>
      <dgm:spPr/>
    </dgm:pt>
    <dgm:pt modelId="{D7159C31-CE90-47A5-BB75-32F085835160}" type="pres">
      <dgm:prSet presAssocID="{33EEF99A-D6D4-4917-AEBB-5EC56B6812FC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2D68587F-3474-4F70-862F-9251419417C9}" type="pres">
      <dgm:prSet presAssocID="{390014B8-BDF7-4D55-B1B8-E1D3268A2317}" presName="spacer" presStyleCnt="0"/>
      <dgm:spPr/>
    </dgm:pt>
    <dgm:pt modelId="{FFB0BECC-7447-41AD-A33D-AB7003B7968B}" type="pres">
      <dgm:prSet presAssocID="{C100552D-55DA-4977-9A96-10F6D0F1B5B8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B504480E-1070-49D3-9118-1DFD9817A3CC}" type="presOf" srcId="{CC3E6E8C-652C-44C3-8BAC-4A7BB375B905}" destId="{6B2A9A38-6075-4B34-BBB5-9C134DB2815B}" srcOrd="0" destOrd="0" presId="urn:microsoft.com/office/officeart/2005/8/layout/vList2"/>
    <dgm:cxn modelId="{3F4EC318-55EA-498F-B347-181FDFE05ED2}" type="presOf" srcId="{33EEF99A-D6D4-4917-AEBB-5EC56B6812FC}" destId="{D7159C31-CE90-47A5-BB75-32F085835160}" srcOrd="0" destOrd="0" presId="urn:microsoft.com/office/officeart/2005/8/layout/vList2"/>
    <dgm:cxn modelId="{881C8A41-74B0-4597-918A-E55231F45863}" type="presOf" srcId="{C100552D-55DA-4977-9A96-10F6D0F1B5B8}" destId="{FFB0BECC-7447-41AD-A33D-AB7003B7968B}" srcOrd="0" destOrd="0" presId="urn:microsoft.com/office/officeart/2005/8/layout/vList2"/>
    <dgm:cxn modelId="{7B38E249-213B-417A-A803-8C15AE303283}" type="presOf" srcId="{76D5423B-CC36-4F4C-B8AB-9C12344DED28}" destId="{D332FA01-5B4F-442F-A986-2BC1E9E7CA2D}" srcOrd="0" destOrd="0" presId="urn:microsoft.com/office/officeart/2005/8/layout/vList2"/>
    <dgm:cxn modelId="{9EDCDB57-D5FD-4C73-9060-F8E1B8E9ABA8}" srcId="{76D5423B-CC36-4F4C-B8AB-9C12344DED28}" destId="{C100552D-55DA-4977-9A96-10F6D0F1B5B8}" srcOrd="2" destOrd="0" parTransId="{B7DD8B7E-E464-46B4-B007-352EF8132E16}" sibTransId="{751E8DBF-77BE-46C0-9B53-B2E5178E8C1D}"/>
    <dgm:cxn modelId="{6CF99AA5-F763-4239-ABF0-CE94D034EBB7}" srcId="{76D5423B-CC36-4F4C-B8AB-9C12344DED28}" destId="{CC3E6E8C-652C-44C3-8BAC-4A7BB375B905}" srcOrd="0" destOrd="0" parTransId="{9FE1C2B1-A0E0-44CB-A4B9-ABE38AFFAD17}" sibTransId="{8A7EDE0D-2218-485D-8972-0125EE5500D9}"/>
    <dgm:cxn modelId="{E587E2CB-598F-4B1E-8C5F-9A55CFF687DF}" srcId="{76D5423B-CC36-4F4C-B8AB-9C12344DED28}" destId="{33EEF99A-D6D4-4917-AEBB-5EC56B6812FC}" srcOrd="1" destOrd="0" parTransId="{9C786B39-8427-4896-AFDA-FCB868225B9F}" sibTransId="{390014B8-BDF7-4D55-B1B8-E1D3268A2317}"/>
    <dgm:cxn modelId="{8A5F6509-469B-4857-89D1-01C4170E5E34}" type="presParOf" srcId="{D332FA01-5B4F-442F-A986-2BC1E9E7CA2D}" destId="{6B2A9A38-6075-4B34-BBB5-9C134DB2815B}" srcOrd="0" destOrd="0" presId="urn:microsoft.com/office/officeart/2005/8/layout/vList2"/>
    <dgm:cxn modelId="{CA5E402D-DA6B-40C2-AFEC-0C86928BD0AC}" type="presParOf" srcId="{D332FA01-5B4F-442F-A986-2BC1E9E7CA2D}" destId="{9815D601-9CA7-447D-A1A5-5ABAE0B2B07B}" srcOrd="1" destOrd="0" presId="urn:microsoft.com/office/officeart/2005/8/layout/vList2"/>
    <dgm:cxn modelId="{E8EA9637-7514-4940-8CD9-874AFC0147E1}" type="presParOf" srcId="{D332FA01-5B4F-442F-A986-2BC1E9E7CA2D}" destId="{D7159C31-CE90-47A5-BB75-32F085835160}" srcOrd="2" destOrd="0" presId="urn:microsoft.com/office/officeart/2005/8/layout/vList2"/>
    <dgm:cxn modelId="{4B58EEC5-12B5-475C-94DA-752308970DA9}" type="presParOf" srcId="{D332FA01-5B4F-442F-A986-2BC1E9E7CA2D}" destId="{2D68587F-3474-4F70-862F-9251419417C9}" srcOrd="3" destOrd="0" presId="urn:microsoft.com/office/officeart/2005/8/layout/vList2"/>
    <dgm:cxn modelId="{72A71E84-88A1-4394-92FD-93D418C4ED23}" type="presParOf" srcId="{D332FA01-5B4F-442F-A986-2BC1E9E7CA2D}" destId="{FFB0BECC-7447-41AD-A33D-AB7003B7968B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09342BAA-59C1-4A69-886E-8D8693828FFC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72CE01-68CB-4E33-B8DE-C8368BF78F10}">
      <dgm:prSet/>
      <dgm:spPr/>
      <dgm:t>
        <a:bodyPr/>
        <a:lstStyle/>
        <a:p>
          <a:r>
            <a:rPr lang="en-US"/>
            <a:t>Criar: var obj = {}</a:t>
          </a:r>
        </a:p>
      </dgm:t>
    </dgm:pt>
    <dgm:pt modelId="{2A735783-F346-4E2A-8109-39687AC01FB1}" type="parTrans" cxnId="{A912FD55-852A-417F-9E7D-22836AC5A8CC}">
      <dgm:prSet/>
      <dgm:spPr/>
      <dgm:t>
        <a:bodyPr/>
        <a:lstStyle/>
        <a:p>
          <a:endParaRPr lang="en-US"/>
        </a:p>
      </dgm:t>
    </dgm:pt>
    <dgm:pt modelId="{7D06A005-5383-4402-B700-93D22C993D03}" type="sibTrans" cxnId="{A912FD55-852A-417F-9E7D-22836AC5A8CC}">
      <dgm:prSet/>
      <dgm:spPr/>
      <dgm:t>
        <a:bodyPr/>
        <a:lstStyle/>
        <a:p>
          <a:endParaRPr lang="en-US"/>
        </a:p>
      </dgm:t>
    </dgm:pt>
    <dgm:pt modelId="{0B6FAB8F-855F-43F9-AF53-AD8648D0833A}">
      <dgm:prSet/>
      <dgm:spPr/>
      <dgm:t>
        <a:bodyPr/>
        <a:lstStyle/>
        <a:p>
          <a:r>
            <a:rPr lang="en-US"/>
            <a:t>Texto → Objeto: JSON.parse()</a:t>
          </a:r>
        </a:p>
      </dgm:t>
    </dgm:pt>
    <dgm:pt modelId="{5A1023DA-D0BE-4C30-A6B3-7433BD1FC66E}" type="parTrans" cxnId="{2E621BDE-2312-44FB-8DF2-ACFB0A0D0EC5}">
      <dgm:prSet/>
      <dgm:spPr/>
      <dgm:t>
        <a:bodyPr/>
        <a:lstStyle/>
        <a:p>
          <a:endParaRPr lang="en-US"/>
        </a:p>
      </dgm:t>
    </dgm:pt>
    <dgm:pt modelId="{D139C4AC-AC9A-4C7D-90B7-31000800D35D}" type="sibTrans" cxnId="{2E621BDE-2312-44FB-8DF2-ACFB0A0D0EC5}">
      <dgm:prSet/>
      <dgm:spPr/>
      <dgm:t>
        <a:bodyPr/>
        <a:lstStyle/>
        <a:p>
          <a:endParaRPr lang="en-US"/>
        </a:p>
      </dgm:t>
    </dgm:pt>
    <dgm:pt modelId="{47DC5D1D-9F95-4320-9771-5CAF97B05734}">
      <dgm:prSet/>
      <dgm:spPr/>
      <dgm:t>
        <a:bodyPr/>
        <a:lstStyle/>
        <a:p>
          <a:r>
            <a:rPr lang="en-US"/>
            <a:t>Objeto → Texto: JSON.stringify()</a:t>
          </a:r>
        </a:p>
      </dgm:t>
    </dgm:pt>
    <dgm:pt modelId="{CCD5F73A-7AB6-43C5-BFC2-165B09E6BD10}" type="parTrans" cxnId="{6FD31028-8AFB-47B5-A880-2D03D5590FBC}">
      <dgm:prSet/>
      <dgm:spPr/>
      <dgm:t>
        <a:bodyPr/>
        <a:lstStyle/>
        <a:p>
          <a:endParaRPr lang="en-US"/>
        </a:p>
      </dgm:t>
    </dgm:pt>
    <dgm:pt modelId="{B46A9875-C921-4AFF-82E5-54AAEFE56445}" type="sibTrans" cxnId="{6FD31028-8AFB-47B5-A880-2D03D5590FBC}">
      <dgm:prSet/>
      <dgm:spPr/>
      <dgm:t>
        <a:bodyPr/>
        <a:lstStyle/>
        <a:p>
          <a:endParaRPr lang="en-US"/>
        </a:p>
      </dgm:t>
    </dgm:pt>
    <dgm:pt modelId="{3DD3D6D2-FFD3-4B77-AA6E-31E35B5C9E87}">
      <dgm:prSet/>
      <dgm:spPr/>
      <dgm:t>
        <a:bodyPr/>
        <a:lstStyle/>
        <a:p>
          <a:r>
            <a:rPr lang="en-US"/>
            <a:t>Acesso: obj.chave ou obj["chave"]</a:t>
          </a:r>
        </a:p>
      </dgm:t>
    </dgm:pt>
    <dgm:pt modelId="{880372F0-F414-4A49-B22C-F1028C22D15C}" type="parTrans" cxnId="{7A245A14-0F40-4B03-9E0D-7546F225BE2A}">
      <dgm:prSet/>
      <dgm:spPr/>
      <dgm:t>
        <a:bodyPr/>
        <a:lstStyle/>
        <a:p>
          <a:endParaRPr lang="en-US"/>
        </a:p>
      </dgm:t>
    </dgm:pt>
    <dgm:pt modelId="{14A435EF-06AA-455F-9DBF-F9BAA8022EBF}" type="sibTrans" cxnId="{7A245A14-0F40-4B03-9E0D-7546F225BE2A}">
      <dgm:prSet/>
      <dgm:spPr/>
      <dgm:t>
        <a:bodyPr/>
        <a:lstStyle/>
        <a:p>
          <a:endParaRPr lang="en-US"/>
        </a:p>
      </dgm:t>
    </dgm:pt>
    <dgm:pt modelId="{B2004E1E-80CB-433C-9597-A1F889A710AE}">
      <dgm:prSet/>
      <dgm:spPr/>
      <dgm:t>
        <a:bodyPr/>
        <a:lstStyle/>
        <a:p>
          <a:r>
            <a:rPr lang="en-US"/>
            <a:t>Iterar: for...in / for (var i = 0; ...)</a:t>
          </a:r>
        </a:p>
      </dgm:t>
    </dgm:pt>
    <dgm:pt modelId="{2FDD77BB-8652-49AA-BCAB-17CF3F206AD0}" type="parTrans" cxnId="{8DD2476D-68B9-4E31-B73D-83A785CA5461}">
      <dgm:prSet/>
      <dgm:spPr/>
      <dgm:t>
        <a:bodyPr/>
        <a:lstStyle/>
        <a:p>
          <a:endParaRPr lang="en-US"/>
        </a:p>
      </dgm:t>
    </dgm:pt>
    <dgm:pt modelId="{709A1075-19DA-4163-886C-8490937FFADF}" type="sibTrans" cxnId="{8DD2476D-68B9-4E31-B73D-83A785CA5461}">
      <dgm:prSet/>
      <dgm:spPr/>
      <dgm:t>
        <a:bodyPr/>
        <a:lstStyle/>
        <a:p>
          <a:endParaRPr lang="en-US"/>
        </a:p>
      </dgm:t>
    </dgm:pt>
    <dgm:pt modelId="{B9521D81-F017-4726-9A0F-C4B1B96C3A37}" type="pres">
      <dgm:prSet presAssocID="{09342BAA-59C1-4A69-886E-8D8693828FFC}" presName="linear" presStyleCnt="0">
        <dgm:presLayoutVars>
          <dgm:animLvl val="lvl"/>
          <dgm:resizeHandles val="exact"/>
        </dgm:presLayoutVars>
      </dgm:prSet>
      <dgm:spPr/>
    </dgm:pt>
    <dgm:pt modelId="{A62ED24A-A95B-4C40-9419-27D1BE982645}" type="pres">
      <dgm:prSet presAssocID="{2B72CE01-68CB-4E33-B8DE-C8368BF78F10}" presName="parentText" presStyleLbl="node1" presStyleIdx="0" presStyleCnt="5">
        <dgm:presLayoutVars>
          <dgm:chMax val="0"/>
          <dgm:bulletEnabled val="1"/>
        </dgm:presLayoutVars>
      </dgm:prSet>
      <dgm:spPr/>
    </dgm:pt>
    <dgm:pt modelId="{C55B62F4-A73D-4AC1-8F51-BD6AA4659EC4}" type="pres">
      <dgm:prSet presAssocID="{7D06A005-5383-4402-B700-93D22C993D03}" presName="spacer" presStyleCnt="0"/>
      <dgm:spPr/>
    </dgm:pt>
    <dgm:pt modelId="{67280D58-6538-4223-855C-60B35D8486B2}" type="pres">
      <dgm:prSet presAssocID="{0B6FAB8F-855F-43F9-AF53-AD8648D0833A}" presName="parentText" presStyleLbl="node1" presStyleIdx="1" presStyleCnt="5">
        <dgm:presLayoutVars>
          <dgm:chMax val="0"/>
          <dgm:bulletEnabled val="1"/>
        </dgm:presLayoutVars>
      </dgm:prSet>
      <dgm:spPr/>
    </dgm:pt>
    <dgm:pt modelId="{5E2D632C-8A70-46E2-B914-6CBC85C785BB}" type="pres">
      <dgm:prSet presAssocID="{D139C4AC-AC9A-4C7D-90B7-31000800D35D}" presName="spacer" presStyleCnt="0"/>
      <dgm:spPr/>
    </dgm:pt>
    <dgm:pt modelId="{91628181-5A61-4772-99F7-46F8BF3F48A8}" type="pres">
      <dgm:prSet presAssocID="{47DC5D1D-9F95-4320-9771-5CAF97B05734}" presName="parentText" presStyleLbl="node1" presStyleIdx="2" presStyleCnt="5">
        <dgm:presLayoutVars>
          <dgm:chMax val="0"/>
          <dgm:bulletEnabled val="1"/>
        </dgm:presLayoutVars>
      </dgm:prSet>
      <dgm:spPr/>
    </dgm:pt>
    <dgm:pt modelId="{6D2534BF-5F89-4882-BD88-DC806B7A671C}" type="pres">
      <dgm:prSet presAssocID="{B46A9875-C921-4AFF-82E5-54AAEFE56445}" presName="spacer" presStyleCnt="0"/>
      <dgm:spPr/>
    </dgm:pt>
    <dgm:pt modelId="{81CBF2E9-7CDE-476B-A49F-EC93F13D5605}" type="pres">
      <dgm:prSet presAssocID="{3DD3D6D2-FFD3-4B77-AA6E-31E35B5C9E87}" presName="parentText" presStyleLbl="node1" presStyleIdx="3" presStyleCnt="5">
        <dgm:presLayoutVars>
          <dgm:chMax val="0"/>
          <dgm:bulletEnabled val="1"/>
        </dgm:presLayoutVars>
      </dgm:prSet>
      <dgm:spPr/>
    </dgm:pt>
    <dgm:pt modelId="{65DDD2C3-6306-4018-B88B-F818B6A475F2}" type="pres">
      <dgm:prSet presAssocID="{14A435EF-06AA-455F-9DBF-F9BAA8022EBF}" presName="spacer" presStyleCnt="0"/>
      <dgm:spPr/>
    </dgm:pt>
    <dgm:pt modelId="{FB557A65-BC2A-4A51-9F68-04049B2DFB8E}" type="pres">
      <dgm:prSet presAssocID="{B2004E1E-80CB-433C-9597-A1F889A710AE}" presName="parentText" presStyleLbl="node1" presStyleIdx="4" presStyleCnt="5">
        <dgm:presLayoutVars>
          <dgm:chMax val="0"/>
          <dgm:bulletEnabled val="1"/>
        </dgm:presLayoutVars>
      </dgm:prSet>
      <dgm:spPr/>
    </dgm:pt>
  </dgm:ptLst>
  <dgm:cxnLst>
    <dgm:cxn modelId="{7A245A14-0F40-4B03-9E0D-7546F225BE2A}" srcId="{09342BAA-59C1-4A69-886E-8D8693828FFC}" destId="{3DD3D6D2-FFD3-4B77-AA6E-31E35B5C9E87}" srcOrd="3" destOrd="0" parTransId="{880372F0-F414-4A49-B22C-F1028C22D15C}" sibTransId="{14A435EF-06AA-455F-9DBF-F9BAA8022EBF}"/>
    <dgm:cxn modelId="{6FD31028-8AFB-47B5-A880-2D03D5590FBC}" srcId="{09342BAA-59C1-4A69-886E-8D8693828FFC}" destId="{47DC5D1D-9F95-4320-9771-5CAF97B05734}" srcOrd="2" destOrd="0" parTransId="{CCD5F73A-7AB6-43C5-BFC2-165B09E6BD10}" sibTransId="{B46A9875-C921-4AFF-82E5-54AAEFE56445}"/>
    <dgm:cxn modelId="{BF072E3A-C221-4F13-8814-DA64897C11E8}" type="presOf" srcId="{2B72CE01-68CB-4E33-B8DE-C8368BF78F10}" destId="{A62ED24A-A95B-4C40-9419-27D1BE982645}" srcOrd="0" destOrd="0" presId="urn:microsoft.com/office/officeart/2005/8/layout/vList2"/>
    <dgm:cxn modelId="{67BD8C44-9C34-4175-9D59-DB7FE614E971}" type="presOf" srcId="{3DD3D6D2-FFD3-4B77-AA6E-31E35B5C9E87}" destId="{81CBF2E9-7CDE-476B-A49F-EC93F13D5605}" srcOrd="0" destOrd="0" presId="urn:microsoft.com/office/officeart/2005/8/layout/vList2"/>
    <dgm:cxn modelId="{DC95004B-280B-42D4-BE53-2051CD95523F}" type="presOf" srcId="{47DC5D1D-9F95-4320-9771-5CAF97B05734}" destId="{91628181-5A61-4772-99F7-46F8BF3F48A8}" srcOrd="0" destOrd="0" presId="urn:microsoft.com/office/officeart/2005/8/layout/vList2"/>
    <dgm:cxn modelId="{8DD2476D-68B9-4E31-B73D-83A785CA5461}" srcId="{09342BAA-59C1-4A69-886E-8D8693828FFC}" destId="{B2004E1E-80CB-433C-9597-A1F889A710AE}" srcOrd="4" destOrd="0" parTransId="{2FDD77BB-8652-49AA-BCAB-17CF3F206AD0}" sibTransId="{709A1075-19DA-4163-886C-8490937FFADF}"/>
    <dgm:cxn modelId="{A912FD55-852A-417F-9E7D-22836AC5A8CC}" srcId="{09342BAA-59C1-4A69-886E-8D8693828FFC}" destId="{2B72CE01-68CB-4E33-B8DE-C8368BF78F10}" srcOrd="0" destOrd="0" parTransId="{2A735783-F346-4E2A-8109-39687AC01FB1}" sibTransId="{7D06A005-5383-4402-B700-93D22C993D03}"/>
    <dgm:cxn modelId="{7D9AC577-C0E3-4CE4-8819-98BC02E45B9E}" type="presOf" srcId="{09342BAA-59C1-4A69-886E-8D8693828FFC}" destId="{B9521D81-F017-4726-9A0F-C4B1B96C3A37}" srcOrd="0" destOrd="0" presId="urn:microsoft.com/office/officeart/2005/8/layout/vList2"/>
    <dgm:cxn modelId="{C217BE89-F702-4CF7-B91A-FEB07D5D9928}" type="presOf" srcId="{0B6FAB8F-855F-43F9-AF53-AD8648D0833A}" destId="{67280D58-6538-4223-855C-60B35D8486B2}" srcOrd="0" destOrd="0" presId="urn:microsoft.com/office/officeart/2005/8/layout/vList2"/>
    <dgm:cxn modelId="{21C3C4DB-56BB-4181-85FB-3AB046C11CC8}" type="presOf" srcId="{B2004E1E-80CB-433C-9597-A1F889A710AE}" destId="{FB557A65-BC2A-4A51-9F68-04049B2DFB8E}" srcOrd="0" destOrd="0" presId="urn:microsoft.com/office/officeart/2005/8/layout/vList2"/>
    <dgm:cxn modelId="{2E621BDE-2312-44FB-8DF2-ACFB0A0D0EC5}" srcId="{09342BAA-59C1-4A69-886E-8D8693828FFC}" destId="{0B6FAB8F-855F-43F9-AF53-AD8648D0833A}" srcOrd="1" destOrd="0" parTransId="{5A1023DA-D0BE-4C30-A6B3-7433BD1FC66E}" sibTransId="{D139C4AC-AC9A-4C7D-90B7-31000800D35D}"/>
    <dgm:cxn modelId="{3EDFE400-5E4B-4C02-96AA-CB61FE0D2588}" type="presParOf" srcId="{B9521D81-F017-4726-9A0F-C4B1B96C3A37}" destId="{A62ED24A-A95B-4C40-9419-27D1BE982645}" srcOrd="0" destOrd="0" presId="urn:microsoft.com/office/officeart/2005/8/layout/vList2"/>
    <dgm:cxn modelId="{BAC99779-6C37-46F5-B76B-B876F8F0DB26}" type="presParOf" srcId="{B9521D81-F017-4726-9A0F-C4B1B96C3A37}" destId="{C55B62F4-A73D-4AC1-8F51-BD6AA4659EC4}" srcOrd="1" destOrd="0" presId="urn:microsoft.com/office/officeart/2005/8/layout/vList2"/>
    <dgm:cxn modelId="{D71C1CEE-7677-45F3-9374-4462F6938353}" type="presParOf" srcId="{B9521D81-F017-4726-9A0F-C4B1B96C3A37}" destId="{67280D58-6538-4223-855C-60B35D8486B2}" srcOrd="2" destOrd="0" presId="urn:microsoft.com/office/officeart/2005/8/layout/vList2"/>
    <dgm:cxn modelId="{4E72E73B-018D-4FDB-B5B9-7D1EBC5D2B3D}" type="presParOf" srcId="{B9521D81-F017-4726-9A0F-C4B1B96C3A37}" destId="{5E2D632C-8A70-46E2-B914-6CBC85C785BB}" srcOrd="3" destOrd="0" presId="urn:microsoft.com/office/officeart/2005/8/layout/vList2"/>
    <dgm:cxn modelId="{38BAAAC5-A986-488F-BF5C-ACC8F60F8A1D}" type="presParOf" srcId="{B9521D81-F017-4726-9A0F-C4B1B96C3A37}" destId="{91628181-5A61-4772-99F7-46F8BF3F48A8}" srcOrd="4" destOrd="0" presId="urn:microsoft.com/office/officeart/2005/8/layout/vList2"/>
    <dgm:cxn modelId="{EDFA4A4D-BFEF-43C7-AB4B-0FC64F1BEDBE}" type="presParOf" srcId="{B9521D81-F017-4726-9A0F-C4B1B96C3A37}" destId="{6D2534BF-5F89-4882-BD88-DC806B7A671C}" srcOrd="5" destOrd="0" presId="urn:microsoft.com/office/officeart/2005/8/layout/vList2"/>
    <dgm:cxn modelId="{4C9193FA-3E58-4F39-A05E-15CB821E62D6}" type="presParOf" srcId="{B9521D81-F017-4726-9A0F-C4B1B96C3A37}" destId="{81CBF2E9-7CDE-476B-A49F-EC93F13D5605}" srcOrd="6" destOrd="0" presId="urn:microsoft.com/office/officeart/2005/8/layout/vList2"/>
    <dgm:cxn modelId="{145ABEE9-CB2C-4684-8832-2945908CCDD1}" type="presParOf" srcId="{B9521D81-F017-4726-9A0F-C4B1B96C3A37}" destId="{65DDD2C3-6306-4018-B88B-F818B6A475F2}" srcOrd="7" destOrd="0" presId="urn:microsoft.com/office/officeart/2005/8/layout/vList2"/>
    <dgm:cxn modelId="{30A119C4-7B58-4ABC-A037-F3F30BDCA66B}" type="presParOf" srcId="{B9521D81-F017-4726-9A0F-C4B1B96C3A37}" destId="{FB557A65-BC2A-4A51-9F68-04049B2DFB8E}" srcOrd="8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DC92AB-EB94-458A-8842-5B08789E236C}">
      <dsp:nvSpPr>
        <dsp:cNvPr id="0" name=""/>
        <dsp:cNvSpPr/>
      </dsp:nvSpPr>
      <dsp:spPr>
        <a:xfrm>
          <a:off x="0" y="0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0" i="0" kern="1200" baseline="0"/>
            <a:t>&lt;!DOCTYPE html&gt;: Define o HTML5</a:t>
          </a:r>
          <a:endParaRPr lang="en-US" sz="2600" kern="1200"/>
        </a:p>
      </dsp:txBody>
      <dsp:txXfrm>
        <a:off x="28038" y="28038"/>
        <a:ext cx="5195473" cy="901218"/>
      </dsp:txXfrm>
    </dsp:sp>
    <dsp:sp modelId="{5060958A-C74B-4619-8EAF-C5D307A47E23}">
      <dsp:nvSpPr>
        <dsp:cNvPr id="0" name=""/>
        <dsp:cNvSpPr/>
      </dsp:nvSpPr>
      <dsp:spPr>
        <a:xfrm>
          <a:off x="528408" y="1131347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-485121"/>
            <a:satOff val="-27976"/>
            <a:lumOff val="2876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0" i="0" kern="1200" baseline="0"/>
            <a:t>&lt;html&gt;: Elemento raiz</a:t>
          </a:r>
          <a:endParaRPr lang="en-US" sz="2600" kern="1200"/>
        </a:p>
      </dsp:txBody>
      <dsp:txXfrm>
        <a:off x="556446" y="1159385"/>
        <a:ext cx="5102633" cy="901218"/>
      </dsp:txXfrm>
    </dsp:sp>
    <dsp:sp modelId="{CC564D6D-738F-48F6-BF36-DFA39152D1BD}">
      <dsp:nvSpPr>
        <dsp:cNvPr id="0" name=""/>
        <dsp:cNvSpPr/>
      </dsp:nvSpPr>
      <dsp:spPr>
        <a:xfrm>
          <a:off x="1048931" y="2262695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-970242"/>
            <a:satOff val="-55952"/>
            <a:lumOff val="5752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0" i="0" kern="1200" baseline="0"/>
            <a:t>&lt;head&gt;: Metadados (título, charset)</a:t>
          </a:r>
          <a:endParaRPr lang="en-US" sz="2600" kern="1200"/>
        </a:p>
      </dsp:txBody>
      <dsp:txXfrm>
        <a:off x="1076969" y="2290733"/>
        <a:ext cx="5110520" cy="901218"/>
      </dsp:txXfrm>
    </dsp:sp>
    <dsp:sp modelId="{CF9A5E4A-C9C3-4AAD-8FC2-9061DE75D473}">
      <dsp:nvSpPr>
        <dsp:cNvPr id="0" name=""/>
        <dsp:cNvSpPr/>
      </dsp:nvSpPr>
      <dsp:spPr>
        <a:xfrm>
          <a:off x="1577340" y="3394043"/>
          <a:ext cx="6309360" cy="957294"/>
        </a:xfrm>
        <a:prstGeom prst="roundRect">
          <a:avLst>
            <a:gd name="adj" fmla="val 10000"/>
          </a:avLst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2600" b="0" i="0" kern="1200" baseline="0"/>
            <a:t>&lt;body&gt;: Conteúdo visível da página</a:t>
          </a:r>
          <a:endParaRPr lang="en-US" sz="2600" kern="1200"/>
        </a:p>
      </dsp:txBody>
      <dsp:txXfrm>
        <a:off x="1605378" y="3422081"/>
        <a:ext cx="5102633" cy="901218"/>
      </dsp:txXfrm>
    </dsp:sp>
    <dsp:sp modelId="{9AB53A85-F6B2-4E5E-B5DC-060A922A93DF}">
      <dsp:nvSpPr>
        <dsp:cNvPr id="0" name=""/>
        <dsp:cNvSpPr/>
      </dsp:nvSpPr>
      <dsp:spPr>
        <a:xfrm>
          <a:off x="5687118" y="733200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5827122" y="733200"/>
        <a:ext cx="342233" cy="468236"/>
      </dsp:txXfrm>
    </dsp:sp>
    <dsp:sp modelId="{218A9C66-514B-4A46-902A-04A67E98EE9A}">
      <dsp:nvSpPr>
        <dsp:cNvPr id="0" name=""/>
        <dsp:cNvSpPr/>
      </dsp:nvSpPr>
      <dsp:spPr>
        <a:xfrm>
          <a:off x="6215527" y="1864548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24613"/>
            <a:satOff val="-37673"/>
            <a:lumOff val="-385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424613"/>
              <a:satOff val="-37673"/>
              <a:lumOff val="-38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355531" y="1864548"/>
        <a:ext cx="342233" cy="468236"/>
      </dsp:txXfrm>
    </dsp:sp>
    <dsp:sp modelId="{9D89B752-EE2B-45A4-9E7D-A20549160EC6}">
      <dsp:nvSpPr>
        <dsp:cNvPr id="0" name=""/>
        <dsp:cNvSpPr/>
      </dsp:nvSpPr>
      <dsp:spPr>
        <a:xfrm>
          <a:off x="6736049" y="2995896"/>
          <a:ext cx="622241" cy="622241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849226"/>
            <a:satOff val="-75346"/>
            <a:lumOff val="-769"/>
            <a:alphaOff val="0"/>
          </a:schemeClr>
        </a:solidFill>
        <a:ln w="12700" cap="flat" cmpd="sng" algn="ctr">
          <a:solidFill>
            <a:schemeClr val="accent2">
              <a:tint val="40000"/>
              <a:alpha val="90000"/>
              <a:hueOff val="-849226"/>
              <a:satOff val="-75346"/>
              <a:lumOff val="-7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800" kern="1200"/>
        </a:p>
      </dsp:txBody>
      <dsp:txXfrm>
        <a:off x="6876053" y="2995896"/>
        <a:ext cx="342233" cy="46823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DB833-4391-4F4C-AEF2-E64363930C9D}">
      <dsp:nvSpPr>
        <dsp:cNvPr id="0" name=""/>
        <dsp:cNvSpPr/>
      </dsp:nvSpPr>
      <dsp:spPr>
        <a:xfrm>
          <a:off x="0" y="1783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D8D831A-B135-439D-8642-1D9F7B0EE2AC}">
      <dsp:nvSpPr>
        <dsp:cNvPr id="0" name=""/>
        <dsp:cNvSpPr/>
      </dsp:nvSpPr>
      <dsp:spPr>
        <a:xfrm>
          <a:off x="229911" y="172791"/>
          <a:ext cx="418020" cy="41802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FEF4F6-187F-4E27-AE07-597EF02639D9}">
      <dsp:nvSpPr>
        <dsp:cNvPr id="0" name=""/>
        <dsp:cNvSpPr/>
      </dsp:nvSpPr>
      <dsp:spPr>
        <a:xfrm>
          <a:off x="877842" y="1783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Textuais</a:t>
          </a:r>
          <a:r>
            <a:rPr lang="pt-BR" sz="1900" b="0" i="0" kern="1200" baseline="0"/>
            <a:t>: &lt;h1&gt; a &lt;h6&gt;, &lt;p&gt;, &lt;span&gt;, &lt;strong&gt;, &lt;em&gt;</a:t>
          </a:r>
          <a:endParaRPr lang="en-US" sz="1900" kern="1200"/>
        </a:p>
      </dsp:txBody>
      <dsp:txXfrm>
        <a:off x="877842" y="1783"/>
        <a:ext cx="3895325" cy="760036"/>
      </dsp:txXfrm>
    </dsp:sp>
    <dsp:sp modelId="{11CD2A13-0A8E-48CD-97E8-7A4AA9D55F1D}">
      <dsp:nvSpPr>
        <dsp:cNvPr id="0" name=""/>
        <dsp:cNvSpPr/>
      </dsp:nvSpPr>
      <dsp:spPr>
        <a:xfrm>
          <a:off x="0" y="951829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628E26-C19F-4530-8E7E-6635230EE58C}">
      <dsp:nvSpPr>
        <dsp:cNvPr id="0" name=""/>
        <dsp:cNvSpPr/>
      </dsp:nvSpPr>
      <dsp:spPr>
        <a:xfrm>
          <a:off x="229911" y="1122837"/>
          <a:ext cx="418020" cy="41802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C3C48C7-55FC-4A17-8902-5510AA1D3FE1}">
      <dsp:nvSpPr>
        <dsp:cNvPr id="0" name=""/>
        <dsp:cNvSpPr/>
      </dsp:nvSpPr>
      <dsp:spPr>
        <a:xfrm>
          <a:off x="877842" y="951829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Multimídia</a:t>
          </a:r>
          <a:r>
            <a:rPr lang="pt-BR" sz="1900" b="0" i="0" kern="1200" baseline="0"/>
            <a:t>: &lt;img&gt;, &lt;audio&gt;, &lt;video&gt;</a:t>
          </a:r>
          <a:endParaRPr lang="en-US" sz="1900" kern="1200"/>
        </a:p>
      </dsp:txBody>
      <dsp:txXfrm>
        <a:off x="877842" y="951829"/>
        <a:ext cx="3895325" cy="760036"/>
      </dsp:txXfrm>
    </dsp:sp>
    <dsp:sp modelId="{88C5D0EE-C1D5-4E86-84BF-BB6605D2820C}">
      <dsp:nvSpPr>
        <dsp:cNvPr id="0" name=""/>
        <dsp:cNvSpPr/>
      </dsp:nvSpPr>
      <dsp:spPr>
        <a:xfrm>
          <a:off x="0" y="1901874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F105E42-C637-460D-A2DD-3B1D8A318A8B}">
      <dsp:nvSpPr>
        <dsp:cNvPr id="0" name=""/>
        <dsp:cNvSpPr/>
      </dsp:nvSpPr>
      <dsp:spPr>
        <a:xfrm>
          <a:off x="229911" y="2072883"/>
          <a:ext cx="418020" cy="41802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9F8DA7-6737-4151-936B-EC245755D76F}">
      <dsp:nvSpPr>
        <dsp:cNvPr id="0" name=""/>
        <dsp:cNvSpPr/>
      </dsp:nvSpPr>
      <dsp:spPr>
        <a:xfrm>
          <a:off x="877842" y="1901874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Estruturais</a:t>
          </a:r>
          <a:r>
            <a:rPr lang="pt-BR" sz="1900" b="0" i="0" kern="1200" baseline="0"/>
            <a:t>: &lt;header&gt;, &lt;nav&gt;, &lt;main&gt;, &lt;section&gt;, &lt;article&gt;, &lt;footer&gt;</a:t>
          </a:r>
          <a:endParaRPr lang="en-US" sz="1900" kern="1200"/>
        </a:p>
      </dsp:txBody>
      <dsp:txXfrm>
        <a:off x="877842" y="1901874"/>
        <a:ext cx="3895325" cy="760036"/>
      </dsp:txXfrm>
    </dsp:sp>
    <dsp:sp modelId="{82863A0C-DB6D-447A-B6F5-361808DDE8DC}">
      <dsp:nvSpPr>
        <dsp:cNvPr id="0" name=""/>
        <dsp:cNvSpPr/>
      </dsp:nvSpPr>
      <dsp:spPr>
        <a:xfrm>
          <a:off x="0" y="2851920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C531F4-6BA8-4F57-BFED-18CBCDF2B520}">
      <dsp:nvSpPr>
        <dsp:cNvPr id="0" name=""/>
        <dsp:cNvSpPr/>
      </dsp:nvSpPr>
      <dsp:spPr>
        <a:xfrm>
          <a:off x="229911" y="3022928"/>
          <a:ext cx="418020" cy="41802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D38231A-54E5-4CF2-983F-64E13DC8F680}">
      <dsp:nvSpPr>
        <dsp:cNvPr id="0" name=""/>
        <dsp:cNvSpPr/>
      </dsp:nvSpPr>
      <dsp:spPr>
        <a:xfrm>
          <a:off x="877842" y="2851920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Tabelas</a:t>
          </a:r>
          <a:r>
            <a:rPr lang="pt-BR" sz="1900" b="0" i="0" kern="1200" baseline="0"/>
            <a:t>: &lt;table&gt;, &lt;tr&gt;, &lt;td&gt;, &lt;th&gt;</a:t>
          </a:r>
          <a:endParaRPr lang="en-US" sz="1900" kern="1200"/>
        </a:p>
      </dsp:txBody>
      <dsp:txXfrm>
        <a:off x="877842" y="2851920"/>
        <a:ext cx="3895325" cy="760036"/>
      </dsp:txXfrm>
    </dsp:sp>
    <dsp:sp modelId="{3F38CF83-630D-465C-826D-DA5F5B0CD78C}">
      <dsp:nvSpPr>
        <dsp:cNvPr id="0" name=""/>
        <dsp:cNvSpPr/>
      </dsp:nvSpPr>
      <dsp:spPr>
        <a:xfrm>
          <a:off x="0" y="3801966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19A31E-5BF5-480B-B162-D1DEFDA216DB}">
      <dsp:nvSpPr>
        <dsp:cNvPr id="0" name=""/>
        <dsp:cNvSpPr/>
      </dsp:nvSpPr>
      <dsp:spPr>
        <a:xfrm>
          <a:off x="229911" y="3972974"/>
          <a:ext cx="418020" cy="41802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F16F7BB-2E35-49E5-8D99-87D790BD38E5}">
      <dsp:nvSpPr>
        <dsp:cNvPr id="0" name=""/>
        <dsp:cNvSpPr/>
      </dsp:nvSpPr>
      <dsp:spPr>
        <a:xfrm>
          <a:off x="877842" y="3801966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Links e navegação</a:t>
          </a:r>
          <a:r>
            <a:rPr lang="pt-BR" sz="1900" b="0" i="0" kern="1200" baseline="0"/>
            <a:t>: &lt;a href=""&gt;</a:t>
          </a:r>
          <a:endParaRPr lang="en-US" sz="1900" kern="1200"/>
        </a:p>
      </dsp:txBody>
      <dsp:txXfrm>
        <a:off x="877842" y="3801966"/>
        <a:ext cx="3895325" cy="760036"/>
      </dsp:txXfrm>
    </dsp:sp>
    <dsp:sp modelId="{CB8385A3-98CA-4BD6-93F2-8BE20BD8BBE2}">
      <dsp:nvSpPr>
        <dsp:cNvPr id="0" name=""/>
        <dsp:cNvSpPr/>
      </dsp:nvSpPr>
      <dsp:spPr>
        <a:xfrm>
          <a:off x="0" y="4752011"/>
          <a:ext cx="4773168" cy="76003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1FC3D20-90D5-4748-B0E0-085873A672CD}">
      <dsp:nvSpPr>
        <dsp:cNvPr id="0" name=""/>
        <dsp:cNvSpPr/>
      </dsp:nvSpPr>
      <dsp:spPr>
        <a:xfrm>
          <a:off x="229911" y="4923020"/>
          <a:ext cx="418020" cy="418020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23C6B1D-3100-470D-8C7A-BC804E5CB027}">
      <dsp:nvSpPr>
        <dsp:cNvPr id="0" name=""/>
        <dsp:cNvSpPr/>
      </dsp:nvSpPr>
      <dsp:spPr>
        <a:xfrm>
          <a:off x="877842" y="4752011"/>
          <a:ext cx="3895325" cy="76003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437" tIns="80437" rIns="80437" bIns="80437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900" b="1" i="0" kern="1200" baseline="0"/>
            <a:t>Listas</a:t>
          </a:r>
          <a:r>
            <a:rPr lang="pt-BR" sz="1900" b="0" i="0" kern="1200" baseline="0"/>
            <a:t>: &lt;ul&gt;, &lt;ol&gt;, &lt;li&gt;</a:t>
          </a:r>
          <a:endParaRPr lang="en-US" sz="1900" kern="1200"/>
        </a:p>
      </dsp:txBody>
      <dsp:txXfrm>
        <a:off x="877842" y="4752011"/>
        <a:ext cx="3895325" cy="76003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057BA7-E13C-4EC2-9632-733CB2AF178D}">
      <dsp:nvSpPr>
        <dsp:cNvPr id="0" name=""/>
        <dsp:cNvSpPr/>
      </dsp:nvSpPr>
      <dsp:spPr>
        <a:xfrm>
          <a:off x="0" y="37080"/>
          <a:ext cx="3807803" cy="151039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&lt;input type="text" required&gt;</a:t>
          </a:r>
        </a:p>
      </dsp:txBody>
      <dsp:txXfrm>
        <a:off x="73731" y="110811"/>
        <a:ext cx="3660341" cy="1362934"/>
      </dsp:txXfrm>
    </dsp:sp>
    <dsp:sp modelId="{ACED139A-D79F-47D0-8BF5-3ADD39AD0A9A}">
      <dsp:nvSpPr>
        <dsp:cNvPr id="0" name=""/>
        <dsp:cNvSpPr/>
      </dsp:nvSpPr>
      <dsp:spPr>
        <a:xfrm>
          <a:off x="0" y="1625237"/>
          <a:ext cx="3807803" cy="1510396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&lt;input type="number" min="1" max="10"&gt;</a:t>
          </a:r>
        </a:p>
      </dsp:txBody>
      <dsp:txXfrm>
        <a:off x="73731" y="1698968"/>
        <a:ext cx="3660341" cy="1362934"/>
      </dsp:txXfrm>
    </dsp:sp>
    <dsp:sp modelId="{99008834-FB3B-4DFB-8FB7-06CF1208DC49}">
      <dsp:nvSpPr>
        <dsp:cNvPr id="0" name=""/>
        <dsp:cNvSpPr/>
      </dsp:nvSpPr>
      <dsp:spPr>
        <a:xfrm>
          <a:off x="0" y="3213393"/>
          <a:ext cx="3807803" cy="1510396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&lt;input type="text" pattern="\d{5}-\d{3}" title="CEP válido"&gt;</a:t>
          </a:r>
        </a:p>
      </dsp:txBody>
      <dsp:txXfrm>
        <a:off x="73731" y="3287124"/>
        <a:ext cx="3660341" cy="136293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6BD34E-807A-4348-B104-067347BBA45B}">
      <dsp:nvSpPr>
        <dsp:cNvPr id="0" name=""/>
        <dsp:cNvSpPr/>
      </dsp:nvSpPr>
      <dsp:spPr>
        <a:xfrm>
          <a:off x="0" y="557825"/>
          <a:ext cx="3807803" cy="117475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&lt;input type="text" maxlength="10"&gt;</a:t>
          </a:r>
        </a:p>
      </dsp:txBody>
      <dsp:txXfrm>
        <a:off x="57347" y="615172"/>
        <a:ext cx="3693109" cy="1060059"/>
      </dsp:txXfrm>
    </dsp:sp>
    <dsp:sp modelId="{C0975B63-447B-47EC-AC49-95D68ACCA010}">
      <dsp:nvSpPr>
        <dsp:cNvPr id="0" name=""/>
        <dsp:cNvSpPr/>
      </dsp:nvSpPr>
      <dsp:spPr>
        <a:xfrm>
          <a:off x="0" y="1793058"/>
          <a:ext cx="3807803" cy="1174753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&lt;input type="password" pattern="^[A-Za-z0-9]{6,12}$"&gt;</a:t>
          </a:r>
        </a:p>
      </dsp:txBody>
      <dsp:txXfrm>
        <a:off x="57347" y="1850405"/>
        <a:ext cx="3693109" cy="1060059"/>
      </dsp:txXfrm>
    </dsp:sp>
    <dsp:sp modelId="{F8E3D721-2440-43A9-860B-1D6F787B063A}">
      <dsp:nvSpPr>
        <dsp:cNvPr id="0" name=""/>
        <dsp:cNvSpPr/>
      </dsp:nvSpPr>
      <dsp:spPr>
        <a:xfrm>
          <a:off x="0" y="3028292"/>
          <a:ext cx="3807803" cy="1174753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&lt;input type="text" pattern="[A-Za-z\s]+" title="Somente letras e espaços"&gt;</a:t>
          </a:r>
        </a:p>
      </dsp:txBody>
      <dsp:txXfrm>
        <a:off x="57347" y="3085639"/>
        <a:ext cx="3693109" cy="106005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B2A9A38-6075-4B34-BBB5-9C134DB2815B}">
      <dsp:nvSpPr>
        <dsp:cNvPr id="0" name=""/>
        <dsp:cNvSpPr/>
      </dsp:nvSpPr>
      <dsp:spPr>
        <a:xfrm>
          <a:off x="0" y="75580"/>
          <a:ext cx="3807803" cy="148473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Representação</a:t>
          </a:r>
          <a:r>
            <a:rPr lang="en-US" sz="2700" kern="1200" dirty="0"/>
            <a:t> da </a:t>
          </a:r>
          <a:r>
            <a:rPr lang="en-US" sz="2700" kern="1200" dirty="0" err="1"/>
            <a:t>estrutura</a:t>
          </a:r>
          <a:r>
            <a:rPr lang="en-US" sz="2700" kern="1200" dirty="0"/>
            <a:t> HTML </a:t>
          </a:r>
          <a:r>
            <a:rPr lang="en-US" sz="2700" kern="1200" dirty="0" err="1"/>
            <a:t>como</a:t>
          </a:r>
          <a:r>
            <a:rPr lang="en-US" sz="2700" kern="1200" dirty="0"/>
            <a:t> </a:t>
          </a:r>
          <a:r>
            <a:rPr lang="en-US" sz="2700" kern="1200" dirty="0" err="1"/>
            <a:t>objetos</a:t>
          </a:r>
          <a:endParaRPr lang="en-US" sz="2700" kern="1200" dirty="0"/>
        </a:p>
      </dsp:txBody>
      <dsp:txXfrm>
        <a:off x="72479" y="148059"/>
        <a:ext cx="3662845" cy="1339772"/>
      </dsp:txXfrm>
    </dsp:sp>
    <dsp:sp modelId="{D7159C31-CE90-47A5-BB75-32F085835160}">
      <dsp:nvSpPr>
        <dsp:cNvPr id="0" name=""/>
        <dsp:cNvSpPr/>
      </dsp:nvSpPr>
      <dsp:spPr>
        <a:xfrm>
          <a:off x="0" y="1638070"/>
          <a:ext cx="3807803" cy="1484730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 err="1"/>
            <a:t>Permite</a:t>
          </a:r>
          <a:r>
            <a:rPr lang="en-US" sz="2700" kern="1200" dirty="0"/>
            <a:t> </a:t>
          </a:r>
          <a:r>
            <a:rPr lang="en-US" sz="2700" kern="1200" dirty="0" err="1"/>
            <a:t>acesso</a:t>
          </a:r>
          <a:r>
            <a:rPr lang="en-US" sz="2700" kern="1200" dirty="0"/>
            <a:t> e </a:t>
          </a:r>
          <a:r>
            <a:rPr lang="en-US" sz="2700" kern="1200" dirty="0" err="1"/>
            <a:t>manipulação</a:t>
          </a:r>
          <a:r>
            <a:rPr lang="en-US" sz="2700" kern="1200" dirty="0"/>
            <a:t> via JavaScript</a:t>
          </a:r>
        </a:p>
      </dsp:txBody>
      <dsp:txXfrm>
        <a:off x="72479" y="1710549"/>
        <a:ext cx="3662845" cy="1339772"/>
      </dsp:txXfrm>
    </dsp:sp>
    <dsp:sp modelId="{FFB0BECC-7447-41AD-A33D-AB7003B7968B}">
      <dsp:nvSpPr>
        <dsp:cNvPr id="0" name=""/>
        <dsp:cNvSpPr/>
      </dsp:nvSpPr>
      <dsp:spPr>
        <a:xfrm>
          <a:off x="0" y="3200560"/>
          <a:ext cx="3807803" cy="1484730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 dirty="0"/>
            <a:t>Cada tag </a:t>
          </a:r>
          <a:r>
            <a:rPr lang="en-US" sz="2700" kern="1200" dirty="0" err="1"/>
            <a:t>vira</a:t>
          </a:r>
          <a:r>
            <a:rPr lang="en-US" sz="2700" kern="1200" dirty="0"/>
            <a:t> um '</a:t>
          </a:r>
          <a:r>
            <a:rPr lang="en-US" sz="2700" kern="1200" dirty="0" err="1"/>
            <a:t>nó</a:t>
          </a:r>
          <a:r>
            <a:rPr lang="en-US" sz="2700" kern="1200" dirty="0"/>
            <a:t>' (node)</a:t>
          </a:r>
        </a:p>
      </dsp:txBody>
      <dsp:txXfrm>
        <a:off x="72479" y="3273039"/>
        <a:ext cx="3662845" cy="1339772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62ED24A-A95B-4C40-9419-27D1BE982645}">
      <dsp:nvSpPr>
        <dsp:cNvPr id="0" name=""/>
        <dsp:cNvSpPr/>
      </dsp:nvSpPr>
      <dsp:spPr>
        <a:xfrm>
          <a:off x="0" y="68831"/>
          <a:ext cx="3807803" cy="873953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Criar: var obj = {}</a:t>
          </a:r>
        </a:p>
      </dsp:txBody>
      <dsp:txXfrm>
        <a:off x="42663" y="111494"/>
        <a:ext cx="3722477" cy="788627"/>
      </dsp:txXfrm>
    </dsp:sp>
    <dsp:sp modelId="{67280D58-6538-4223-855C-60B35D8486B2}">
      <dsp:nvSpPr>
        <dsp:cNvPr id="0" name=""/>
        <dsp:cNvSpPr/>
      </dsp:nvSpPr>
      <dsp:spPr>
        <a:xfrm>
          <a:off x="0" y="1006145"/>
          <a:ext cx="3807803" cy="873953"/>
        </a:xfrm>
        <a:prstGeom prst="roundRect">
          <a:avLst/>
        </a:prstGeom>
        <a:solidFill>
          <a:schemeClr val="accent2">
            <a:hueOff val="-363841"/>
            <a:satOff val="-20982"/>
            <a:lumOff val="2157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Texto → Objeto: JSON.parse()</a:t>
          </a:r>
        </a:p>
      </dsp:txBody>
      <dsp:txXfrm>
        <a:off x="42663" y="1048808"/>
        <a:ext cx="3722477" cy="788627"/>
      </dsp:txXfrm>
    </dsp:sp>
    <dsp:sp modelId="{91628181-5A61-4772-99F7-46F8BF3F48A8}">
      <dsp:nvSpPr>
        <dsp:cNvPr id="0" name=""/>
        <dsp:cNvSpPr/>
      </dsp:nvSpPr>
      <dsp:spPr>
        <a:xfrm>
          <a:off x="0" y="1943458"/>
          <a:ext cx="3807803" cy="873953"/>
        </a:xfrm>
        <a:prstGeom prst="roundRect">
          <a:avLst/>
        </a:prstGeom>
        <a:solidFill>
          <a:schemeClr val="accent2">
            <a:hueOff val="-727682"/>
            <a:satOff val="-41964"/>
            <a:lumOff val="431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Objeto → Texto: JSON.stringify()</a:t>
          </a:r>
        </a:p>
      </dsp:txBody>
      <dsp:txXfrm>
        <a:off x="42663" y="1986121"/>
        <a:ext cx="3722477" cy="788627"/>
      </dsp:txXfrm>
    </dsp:sp>
    <dsp:sp modelId="{81CBF2E9-7CDE-476B-A49F-EC93F13D5605}">
      <dsp:nvSpPr>
        <dsp:cNvPr id="0" name=""/>
        <dsp:cNvSpPr/>
      </dsp:nvSpPr>
      <dsp:spPr>
        <a:xfrm>
          <a:off x="0" y="2880772"/>
          <a:ext cx="3807803" cy="873953"/>
        </a:xfrm>
        <a:prstGeom prst="roundRect">
          <a:avLst/>
        </a:prstGeom>
        <a:solidFill>
          <a:schemeClr val="accent2">
            <a:hueOff val="-1091522"/>
            <a:satOff val="-62946"/>
            <a:lumOff val="6471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Acesso: obj.chave ou obj["chave"]</a:t>
          </a:r>
        </a:p>
      </dsp:txBody>
      <dsp:txXfrm>
        <a:off x="42663" y="2923435"/>
        <a:ext cx="3722477" cy="788627"/>
      </dsp:txXfrm>
    </dsp:sp>
    <dsp:sp modelId="{FB557A65-BC2A-4A51-9F68-04049B2DFB8E}">
      <dsp:nvSpPr>
        <dsp:cNvPr id="0" name=""/>
        <dsp:cNvSpPr/>
      </dsp:nvSpPr>
      <dsp:spPr>
        <a:xfrm>
          <a:off x="0" y="3818085"/>
          <a:ext cx="3807803" cy="873953"/>
        </a:xfrm>
        <a:prstGeom prst="roundRect">
          <a:avLst/>
        </a:prstGeom>
        <a:solidFill>
          <a:schemeClr val="accent2">
            <a:hueOff val="-1455363"/>
            <a:satOff val="-83928"/>
            <a:lumOff val="8628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Iterar: for...in / for (var i = 0; ...)</a:t>
          </a:r>
        </a:p>
      </dsp:txBody>
      <dsp:txXfrm>
        <a:off x="42663" y="3860748"/>
        <a:ext cx="3722477" cy="78862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66144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34799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3012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8473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9499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0128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122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58788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6831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37050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9756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2669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EB84055-029C-4E86-8844-D05D96C024B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A2842C0-6210-4FDB-B1FF-C14C927377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799037F2-4CAF-446B-90DB-1480B247A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128589C-AF3D-49CF-BD92-C1D1D2F53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6883" y="1110000"/>
            <a:ext cx="7646805" cy="4629235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b="1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93613" y="1600200"/>
            <a:ext cx="6151164" cy="2295748"/>
          </a:xfrm>
        </p:spPr>
        <p:txBody>
          <a:bodyPr anchor="b">
            <a:normAutofit/>
          </a:bodyPr>
          <a:lstStyle/>
          <a:p>
            <a:r>
              <a:rPr lang="pt-BR" sz="4200" dirty="0"/>
              <a:t>HTML e CSS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93613" y="4067661"/>
            <a:ext cx="6151164" cy="1118764"/>
          </a:xfrm>
        </p:spPr>
        <p:txBody>
          <a:bodyPr anchor="t">
            <a:normAutofit/>
          </a:bodyPr>
          <a:lstStyle/>
          <a:p>
            <a:r>
              <a:rPr lang="pt-BR" sz="1700" dirty="0">
                <a:solidFill>
                  <a:schemeClr val="tx1">
                    <a:alpha val="70000"/>
                  </a:schemeClr>
                </a:solidFill>
              </a:rPr>
              <a:t>Introdução prática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6C780-72CC-497D-9F8D-52DAACFC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6A6262-548C-4AD8-920B-7E0EB5CF3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83E7C2-E33D-4AC2-9E6A-5553B704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97B95C-A16A-4E80-BFE9-EFCCA337A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907"/>
            <a:ext cx="8236492" cy="3171424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1DA0E2A-39FB-645C-7179-C8FFFF94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2224380"/>
            <a:ext cx="3610185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4400" dirty="0"/>
              <a:t>Introdução</a:t>
            </a: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FDF588-A453-8770-FBE8-DC0396994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5180" y="2224381"/>
            <a:ext cx="3240576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kern="1200" dirty="0" err="1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Estrutura</a:t>
            </a:r>
            <a:r>
              <a:rPr lang="en-US" sz="17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 e </a:t>
            </a:r>
            <a:r>
              <a:rPr lang="en-US" sz="1700" kern="1200" dirty="0" err="1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principais</a:t>
            </a:r>
            <a:r>
              <a:rPr lang="en-US" sz="17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sz="1700" kern="1200" dirty="0" err="1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elementos</a:t>
            </a:r>
            <a:r>
              <a:rPr lang="en-US" sz="17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 do HTML 5</a:t>
            </a:r>
          </a:p>
        </p:txBody>
      </p:sp>
    </p:spTree>
    <p:extLst>
      <p:ext uri="{BB962C8B-B14F-4D97-AF65-F5344CB8AC3E}">
        <p14:creationId xmlns:p14="http://schemas.microsoft.com/office/powerpoint/2010/main" val="151766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ctr"/>
            <a:r>
              <a:rPr lang="pt-BR" sz="4000" dirty="0"/>
              <a:t>HTML5 Estrutura Básica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600" dirty="0"/>
              <a:t>&lt;!DOCTYPE 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&lt;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  &lt;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    &lt;meta </a:t>
            </a:r>
            <a:r>
              <a:rPr lang="pt-BR" sz="1600" dirty="0" err="1"/>
              <a:t>charset</a:t>
            </a:r>
            <a:r>
              <a:rPr lang="pt-BR" sz="1600" dirty="0"/>
              <a:t>="UTF-8"&gt;</a:t>
            </a:r>
          </a:p>
          <a:p>
            <a:pPr marL="0" indent="0">
              <a:buNone/>
            </a:pPr>
            <a:r>
              <a:rPr lang="pt-BR" sz="1600" dirty="0"/>
              <a:t>    &lt;</a:t>
            </a:r>
            <a:r>
              <a:rPr lang="pt-BR" sz="1600" dirty="0" err="1"/>
              <a:t>title</a:t>
            </a:r>
            <a:r>
              <a:rPr lang="pt-BR" sz="1600" dirty="0"/>
              <a:t>&gt;Exemplo HTML5&lt;/</a:t>
            </a:r>
            <a:r>
              <a:rPr lang="pt-BR" sz="1600" dirty="0" err="1"/>
              <a:t>title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  &lt;/</a:t>
            </a:r>
            <a:r>
              <a:rPr lang="pt-BR" sz="1600" dirty="0" err="1"/>
              <a:t>head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  &lt;body&gt;</a:t>
            </a:r>
          </a:p>
          <a:p>
            <a:pPr marL="0" indent="0">
              <a:buNone/>
            </a:pPr>
            <a:r>
              <a:rPr lang="pt-BR" sz="1600" dirty="0"/>
              <a:t>    &lt;h1&gt;Olá, mundo!&lt;/h1&gt;</a:t>
            </a:r>
          </a:p>
          <a:p>
            <a:pPr marL="0" indent="0">
              <a:buNone/>
            </a:pPr>
            <a:r>
              <a:rPr lang="pt-BR" sz="1600" dirty="0"/>
              <a:t>  &lt;/body&gt;</a:t>
            </a:r>
          </a:p>
          <a:p>
            <a:pPr marL="0" indent="0">
              <a:buNone/>
            </a:pPr>
            <a:r>
              <a:rPr lang="pt-BR" sz="1600" dirty="0"/>
              <a:t>&lt;/</a:t>
            </a:r>
            <a:r>
              <a:rPr lang="pt-BR" sz="1600" dirty="0" err="1"/>
              <a:t>html</a:t>
            </a:r>
            <a:r>
              <a:rPr lang="pt-BR" sz="1600" dirty="0"/>
              <a:t>&gt;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AD8604B2-1E06-EB26-11AE-D263BAF53F12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10999" b="-1"/>
          <a:stretch/>
        </p:blipFill>
        <p:spPr>
          <a:xfrm>
            <a:off x="20" y="10"/>
            <a:ext cx="9143980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B1DF14D-7F97-39F4-ADAF-54A79252E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pt-BR" dirty="0"/>
              <a:t>Principais partes da estrutura</a:t>
            </a: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B37A6F05-FA74-E926-6968-BA24F178B5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8825850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703985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2" name="Freeform: Shape 11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14166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4" name="Freeform: Shape 13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08608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1E8E578-1867-F34C-F5E3-D6EA041EC8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344" y="1161288"/>
            <a:ext cx="2702052" cy="4526280"/>
          </a:xfrm>
        </p:spPr>
        <p:txBody>
          <a:bodyPr>
            <a:normAutofit/>
          </a:bodyPr>
          <a:lstStyle/>
          <a:p>
            <a:r>
              <a:rPr lang="pt-BR" sz="3500" dirty="0"/>
              <a:t>Principais elementos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5BD76FAA-B133-7D77-83CE-64AFEBFC9B0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70956225"/>
              </p:ext>
            </p:extLst>
          </p:nvPr>
        </p:nvGraphicFramePr>
        <p:xfrm>
          <a:off x="3977640" y="676656"/>
          <a:ext cx="4773168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20561020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0F596C-4276-84A6-7BDF-A92B1718D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469" y="37405"/>
            <a:ext cx="7886700" cy="1325563"/>
          </a:xfrm>
        </p:spPr>
        <p:txBody>
          <a:bodyPr/>
          <a:lstStyle/>
          <a:p>
            <a:r>
              <a:rPr lang="pt-BR" dirty="0"/>
              <a:t>Exercício 1 – Página Estática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1B34417-6903-22FF-0D54-DD6A276CCE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1469" y="1072355"/>
            <a:ext cx="7886700" cy="753269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pt-BR" dirty="0"/>
              <a:t>Crie uma página HTML em formato de </a:t>
            </a:r>
            <a:r>
              <a:rPr lang="pt-BR" i="1" dirty="0"/>
              <a:t>Curriculum Vitae</a:t>
            </a:r>
            <a:r>
              <a:rPr lang="pt-BR" dirty="0"/>
              <a:t>, contendo pelo menos os seguintes elementos:</a:t>
            </a:r>
          </a:p>
          <a:p>
            <a:endParaRPr lang="pt-BR" i="1" dirty="0"/>
          </a:p>
          <a:p>
            <a:pPr marL="0" indent="0">
              <a:buNone/>
            </a:pPr>
            <a:endParaRPr lang="pt-BR" i="1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447D01A0-09C6-F5A7-6352-5EC7C72729F6}"/>
              </a:ext>
            </a:extLst>
          </p:cNvPr>
          <p:cNvSpPr txBox="1"/>
          <p:nvPr/>
        </p:nvSpPr>
        <p:spPr>
          <a:xfrm>
            <a:off x="485776" y="1987846"/>
            <a:ext cx="3779043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dirty="0"/>
              <a:t>Nome completo</a:t>
            </a:r>
            <a:r>
              <a:rPr lang="pt-BR" sz="1400" dirty="0"/>
              <a:t> (Deve aparecer como o título principal da página);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Foto (Uma imagem do aluno ou uma imagem escolhida por ele);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Texto de apresentação pessoal (pode mencionar interesses, características, objetivos profissionais </a:t>
            </a:r>
            <a:r>
              <a:rPr lang="pt-BR" sz="1400" dirty="0" err="1"/>
              <a:t>etc</a:t>
            </a:r>
            <a:r>
              <a:rPr lang="pt-BR" sz="1400" dirty="0"/>
              <a:t>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  <a:p>
            <a:r>
              <a:rPr lang="pt-BR" sz="1400" b="1" dirty="0"/>
              <a:t>Formação</a:t>
            </a:r>
            <a:r>
              <a:rPr lang="pt-BR" sz="1400" dirty="0"/>
              <a:t> (título de seção)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Nome do curso que está fazendo.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Escola/instituição.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Outras formações, se houver.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dirty="0"/>
          </a:p>
          <a:p>
            <a:r>
              <a:rPr lang="pt-BR" sz="1400" b="1" dirty="0"/>
              <a:t>Experiência profissional</a:t>
            </a:r>
            <a:r>
              <a:rPr lang="pt-BR" sz="1400" dirty="0"/>
              <a:t> (título de seção)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Informar experiências profissionais, caso possua.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Para cada experiência, informar pelo menos: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empresa;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cargo/função;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período;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dirty="0"/>
              <a:t>breve descrição das atividades.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0927185D-EDC6-AA39-1AEB-DF2E39ACC924}"/>
              </a:ext>
            </a:extLst>
          </p:cNvPr>
          <p:cNvSpPr txBox="1"/>
          <p:nvPr/>
        </p:nvSpPr>
        <p:spPr>
          <a:xfrm>
            <a:off x="5107781" y="1987846"/>
            <a:ext cx="3311127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400" b="1" i="1" dirty="0"/>
              <a:t>Conhecimentos e habilidades</a:t>
            </a:r>
            <a:r>
              <a:rPr lang="pt-BR" sz="1400" i="1" dirty="0"/>
              <a:t> (título de seção)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i="1" dirty="0"/>
              <a:t>Criar uma lista com alguns conhecimentos ou habilidades.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i="1" dirty="0"/>
              <a:t>Por exemplo: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i="1" dirty="0"/>
              <a:t>Informática;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i="1" dirty="0"/>
              <a:t>Pacote Office;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i="1" dirty="0"/>
              <a:t>HTML;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i="1" dirty="0"/>
              <a:t>Atendimento ao público;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i="1" dirty="0"/>
              <a:t>Trabalho em equipe.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400" i="1" dirty="0"/>
          </a:p>
          <a:p>
            <a:r>
              <a:rPr lang="pt-BR" sz="1400" b="1" i="1" dirty="0"/>
              <a:t>Contato (título de seção)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i="1" dirty="0"/>
              <a:t>E-mail.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i="1" dirty="0"/>
              <a:t>Telefone, se desejado.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400" i="1" dirty="0"/>
              <a:t>Um link para alguma rede profissional ou pessoal, como LinkedIn ou GitHub, caso possua.</a:t>
            </a:r>
          </a:p>
        </p:txBody>
      </p:sp>
    </p:spTree>
    <p:extLst>
      <p:ext uri="{BB962C8B-B14F-4D97-AF65-F5344CB8AC3E}">
        <p14:creationId xmlns:p14="http://schemas.microsoft.com/office/powerpoint/2010/main" val="3112932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539349" cy="4480726"/>
          </a:xfrm>
        </p:spPr>
        <p:txBody>
          <a:bodyPr>
            <a:normAutofit/>
          </a:bodyPr>
          <a:lstStyle/>
          <a:p>
            <a:pPr algn="r"/>
            <a:r>
              <a:rPr lang="pt-BR" sz="4800" dirty="0"/>
              <a:t>Principais Campos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 lnSpcReduction="10000"/>
          </a:bodyPr>
          <a:lstStyle/>
          <a:p>
            <a:pPr marL="0" indent="0">
              <a:buNone/>
            </a:pPr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="</a:t>
            </a:r>
            <a:r>
              <a:rPr lang="pt-BR" sz="1600" dirty="0" err="1"/>
              <a:t>text</a:t>
            </a:r>
            <a:r>
              <a:rPr lang="pt-BR" sz="1600" dirty="0"/>
              <a:t>"&gt;</a:t>
            </a:r>
          </a:p>
          <a:p>
            <a:pPr marL="0" indent="0">
              <a:buNone/>
            </a:pPr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="</a:t>
            </a:r>
            <a:r>
              <a:rPr lang="pt-BR" sz="1600" dirty="0" err="1"/>
              <a:t>email</a:t>
            </a:r>
            <a:r>
              <a:rPr lang="pt-BR" sz="1600" dirty="0"/>
              <a:t>"&gt;</a:t>
            </a:r>
          </a:p>
          <a:p>
            <a:pPr marL="0" indent="0">
              <a:buNone/>
            </a:pPr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="</a:t>
            </a:r>
            <a:r>
              <a:rPr lang="pt-BR" sz="1600" dirty="0" err="1"/>
              <a:t>number</a:t>
            </a:r>
            <a:r>
              <a:rPr lang="pt-BR" sz="1600" dirty="0"/>
              <a:t>"&gt;</a:t>
            </a:r>
          </a:p>
          <a:p>
            <a:pPr marL="0" indent="0">
              <a:buNone/>
            </a:pPr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="date"&gt;</a:t>
            </a:r>
          </a:p>
          <a:p>
            <a:pPr marL="0" indent="0">
              <a:buNone/>
            </a:pPr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="</a:t>
            </a:r>
            <a:r>
              <a:rPr lang="pt-BR" sz="1600" dirty="0" err="1"/>
              <a:t>checkbox</a:t>
            </a:r>
            <a:r>
              <a:rPr lang="pt-BR" sz="1600" dirty="0"/>
              <a:t>"&gt;</a:t>
            </a:r>
          </a:p>
          <a:p>
            <a:pPr marL="0" indent="0">
              <a:buNone/>
            </a:pPr>
            <a:r>
              <a:rPr lang="pt-BR" sz="1600" dirty="0"/>
              <a:t>&lt;input </a:t>
            </a:r>
            <a:r>
              <a:rPr lang="pt-BR" sz="1600" dirty="0" err="1"/>
              <a:t>type</a:t>
            </a:r>
            <a:r>
              <a:rPr lang="pt-BR" sz="1600" dirty="0"/>
              <a:t>="radio"&gt;</a:t>
            </a:r>
          </a:p>
          <a:p>
            <a:pPr marL="0" indent="0">
              <a:buNone/>
            </a:pPr>
            <a:r>
              <a:rPr lang="pt-BR" sz="1600" dirty="0"/>
              <a:t>&lt;</a:t>
            </a:r>
            <a:r>
              <a:rPr lang="pt-BR" sz="1600" dirty="0" err="1"/>
              <a:t>select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  &lt;</a:t>
            </a:r>
            <a:r>
              <a:rPr lang="pt-BR" sz="1600" dirty="0" err="1"/>
              <a:t>option</a:t>
            </a:r>
            <a:r>
              <a:rPr lang="pt-BR" sz="1600" dirty="0"/>
              <a:t> </a:t>
            </a:r>
            <a:r>
              <a:rPr lang="pt-BR" sz="1600" dirty="0" err="1"/>
              <a:t>value</a:t>
            </a:r>
            <a:r>
              <a:rPr lang="pt-BR" sz="1600" dirty="0"/>
              <a:t>="op1"&gt;</a:t>
            </a:r>
          </a:p>
          <a:p>
            <a:pPr marL="0" indent="0">
              <a:buNone/>
            </a:pPr>
            <a:r>
              <a:rPr lang="pt-BR" sz="1600" dirty="0"/>
              <a:t>    Opção 1</a:t>
            </a:r>
          </a:p>
          <a:p>
            <a:pPr marL="0" indent="0">
              <a:buNone/>
            </a:pPr>
            <a:r>
              <a:rPr lang="pt-BR" sz="1600" dirty="0"/>
              <a:t>  &lt;/</a:t>
            </a:r>
            <a:r>
              <a:rPr lang="pt-BR" sz="1600" dirty="0" err="1"/>
              <a:t>option</a:t>
            </a:r>
            <a:r>
              <a:rPr lang="pt-BR" sz="1600" dirty="0"/>
              <a:t>&gt;</a:t>
            </a:r>
          </a:p>
          <a:p>
            <a:pPr marL="0" indent="0">
              <a:buNone/>
            </a:pPr>
            <a:r>
              <a:rPr lang="pt-BR" sz="1600" dirty="0"/>
              <a:t>&lt;/</a:t>
            </a:r>
            <a:r>
              <a:rPr lang="pt-BR" sz="1600" dirty="0" err="1"/>
              <a:t>select</a:t>
            </a:r>
            <a:r>
              <a:rPr lang="pt-BR" sz="1600" dirty="0"/>
              <a:t>&gt;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295636" cy="4480726"/>
          </a:xfrm>
        </p:spPr>
        <p:txBody>
          <a:bodyPr>
            <a:normAutofit/>
          </a:bodyPr>
          <a:lstStyle/>
          <a:p>
            <a:pPr algn="r"/>
            <a:r>
              <a:rPr lang="pt-BR" sz="3600"/>
              <a:t>Validações HTML5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9FCBE05-E963-41B2-97FD-8631A61EB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437" y="323519"/>
            <a:ext cx="5412983" cy="6212748"/>
          </a:xfrm>
          <a:custGeom>
            <a:avLst/>
            <a:gdLst>
              <a:gd name="connsiteX0" fmla="*/ 0 w 7217311"/>
              <a:gd name="connsiteY0" fmla="*/ 0 h 6212748"/>
              <a:gd name="connsiteX1" fmla="*/ 1121310 w 7217311"/>
              <a:gd name="connsiteY1" fmla="*/ 0 h 6212748"/>
              <a:gd name="connsiteX2" fmla="*/ 1837014 w 7217311"/>
              <a:gd name="connsiteY2" fmla="*/ 0 h 6212748"/>
              <a:gd name="connsiteX3" fmla="*/ 2893412 w 7217311"/>
              <a:gd name="connsiteY3" fmla="*/ 0 h 6212748"/>
              <a:gd name="connsiteX4" fmla="*/ 3635911 w 7217311"/>
              <a:gd name="connsiteY4" fmla="*/ 0 h 6212748"/>
              <a:gd name="connsiteX5" fmla="*/ 3635913 w 7217311"/>
              <a:gd name="connsiteY5" fmla="*/ 0 h 6212748"/>
              <a:gd name="connsiteX6" fmla="*/ 7217311 w 7217311"/>
              <a:gd name="connsiteY6" fmla="*/ 0 h 6212748"/>
              <a:gd name="connsiteX7" fmla="*/ 7217311 w 7217311"/>
              <a:gd name="connsiteY7" fmla="*/ 2864954 h 6212748"/>
              <a:gd name="connsiteX8" fmla="*/ 3773866 w 7217311"/>
              <a:gd name="connsiteY8" fmla="*/ 6212748 h 6212748"/>
              <a:gd name="connsiteX9" fmla="*/ 2893412 w 7217311"/>
              <a:gd name="connsiteY9" fmla="*/ 6212748 h 6212748"/>
              <a:gd name="connsiteX10" fmla="*/ 2893412 w 7217311"/>
              <a:gd name="connsiteY10" fmla="*/ 6210962 h 6212748"/>
              <a:gd name="connsiteX11" fmla="*/ 1837014 w 7217311"/>
              <a:gd name="connsiteY11" fmla="*/ 6210962 h 6212748"/>
              <a:gd name="connsiteX12" fmla="*/ 1837014 w 7217311"/>
              <a:gd name="connsiteY12" fmla="*/ 6212748 h 6212748"/>
              <a:gd name="connsiteX13" fmla="*/ 0 w 7217311"/>
              <a:gd name="connsiteY13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17311" h="6212748">
                <a:moveTo>
                  <a:pt x="0" y="0"/>
                </a:moveTo>
                <a:lnTo>
                  <a:pt x="1121310" y="0"/>
                </a:lnTo>
                <a:lnTo>
                  <a:pt x="1837014" y="0"/>
                </a:lnTo>
                <a:lnTo>
                  <a:pt x="2893412" y="0"/>
                </a:lnTo>
                <a:lnTo>
                  <a:pt x="3635911" y="0"/>
                </a:lnTo>
                <a:lnTo>
                  <a:pt x="3635913" y="0"/>
                </a:lnTo>
                <a:lnTo>
                  <a:pt x="7217311" y="0"/>
                </a:lnTo>
                <a:lnTo>
                  <a:pt x="7217311" y="2864954"/>
                </a:lnTo>
                <a:lnTo>
                  <a:pt x="3773866" y="6212748"/>
                </a:lnTo>
                <a:lnTo>
                  <a:pt x="2893412" y="6212748"/>
                </a:lnTo>
                <a:lnTo>
                  <a:pt x="2893412" y="6210962"/>
                </a:lnTo>
                <a:lnTo>
                  <a:pt x="1837014" y="6210962"/>
                </a:lnTo>
                <a:lnTo>
                  <a:pt x="1837014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233ACE-F3A1-4543-B9F4-425DDA579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5A4D65C-AA76-3B5F-9868-8C37A5AF0EC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47454246"/>
              </p:ext>
            </p:extLst>
          </p:nvPr>
        </p:nvGraphicFramePr>
        <p:xfrm>
          <a:off x="3825857" y="1008993"/>
          <a:ext cx="3807803" cy="476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295636" cy="4480726"/>
          </a:xfrm>
        </p:spPr>
        <p:txBody>
          <a:bodyPr>
            <a:normAutofit/>
          </a:bodyPr>
          <a:lstStyle/>
          <a:p>
            <a:pPr algn="r"/>
            <a:r>
              <a:rPr lang="pt-BR" sz="3600"/>
              <a:t>Mais Validações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9FCBE05-E963-41B2-97FD-8631A61EB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437" y="323519"/>
            <a:ext cx="5412983" cy="6212748"/>
          </a:xfrm>
          <a:custGeom>
            <a:avLst/>
            <a:gdLst>
              <a:gd name="connsiteX0" fmla="*/ 0 w 7217311"/>
              <a:gd name="connsiteY0" fmla="*/ 0 h 6212748"/>
              <a:gd name="connsiteX1" fmla="*/ 1121310 w 7217311"/>
              <a:gd name="connsiteY1" fmla="*/ 0 h 6212748"/>
              <a:gd name="connsiteX2" fmla="*/ 1837014 w 7217311"/>
              <a:gd name="connsiteY2" fmla="*/ 0 h 6212748"/>
              <a:gd name="connsiteX3" fmla="*/ 2893412 w 7217311"/>
              <a:gd name="connsiteY3" fmla="*/ 0 h 6212748"/>
              <a:gd name="connsiteX4" fmla="*/ 3635911 w 7217311"/>
              <a:gd name="connsiteY4" fmla="*/ 0 h 6212748"/>
              <a:gd name="connsiteX5" fmla="*/ 3635913 w 7217311"/>
              <a:gd name="connsiteY5" fmla="*/ 0 h 6212748"/>
              <a:gd name="connsiteX6" fmla="*/ 7217311 w 7217311"/>
              <a:gd name="connsiteY6" fmla="*/ 0 h 6212748"/>
              <a:gd name="connsiteX7" fmla="*/ 7217311 w 7217311"/>
              <a:gd name="connsiteY7" fmla="*/ 2864954 h 6212748"/>
              <a:gd name="connsiteX8" fmla="*/ 3773866 w 7217311"/>
              <a:gd name="connsiteY8" fmla="*/ 6212748 h 6212748"/>
              <a:gd name="connsiteX9" fmla="*/ 2893412 w 7217311"/>
              <a:gd name="connsiteY9" fmla="*/ 6212748 h 6212748"/>
              <a:gd name="connsiteX10" fmla="*/ 2893412 w 7217311"/>
              <a:gd name="connsiteY10" fmla="*/ 6210962 h 6212748"/>
              <a:gd name="connsiteX11" fmla="*/ 1837014 w 7217311"/>
              <a:gd name="connsiteY11" fmla="*/ 6210962 h 6212748"/>
              <a:gd name="connsiteX12" fmla="*/ 1837014 w 7217311"/>
              <a:gd name="connsiteY12" fmla="*/ 6212748 h 6212748"/>
              <a:gd name="connsiteX13" fmla="*/ 0 w 7217311"/>
              <a:gd name="connsiteY13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17311" h="6212748">
                <a:moveTo>
                  <a:pt x="0" y="0"/>
                </a:moveTo>
                <a:lnTo>
                  <a:pt x="1121310" y="0"/>
                </a:lnTo>
                <a:lnTo>
                  <a:pt x="1837014" y="0"/>
                </a:lnTo>
                <a:lnTo>
                  <a:pt x="2893412" y="0"/>
                </a:lnTo>
                <a:lnTo>
                  <a:pt x="3635911" y="0"/>
                </a:lnTo>
                <a:lnTo>
                  <a:pt x="3635913" y="0"/>
                </a:lnTo>
                <a:lnTo>
                  <a:pt x="7217311" y="0"/>
                </a:lnTo>
                <a:lnTo>
                  <a:pt x="7217311" y="2864954"/>
                </a:lnTo>
                <a:lnTo>
                  <a:pt x="3773866" y="6212748"/>
                </a:lnTo>
                <a:lnTo>
                  <a:pt x="2893412" y="6212748"/>
                </a:lnTo>
                <a:lnTo>
                  <a:pt x="2893412" y="6210962"/>
                </a:lnTo>
                <a:lnTo>
                  <a:pt x="1837014" y="6210962"/>
                </a:lnTo>
                <a:lnTo>
                  <a:pt x="1837014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233ACE-F3A1-4543-B9F4-425DDA579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EAE4A91-817E-2EC8-EF90-AF51282D34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96254620"/>
              </p:ext>
            </p:extLst>
          </p:nvPr>
        </p:nvGraphicFramePr>
        <p:xfrm>
          <a:off x="3825857" y="1008993"/>
          <a:ext cx="3807803" cy="476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ctr"/>
            <a:r>
              <a:rPr lang="pt-BR" sz="4000" dirty="0" err="1"/>
              <a:t>Select</a:t>
            </a:r>
            <a:r>
              <a:rPr lang="pt-BR" sz="4000" dirty="0"/>
              <a:t> / </a:t>
            </a:r>
            <a:r>
              <a:rPr lang="pt-BR" sz="4000" dirty="0" err="1"/>
              <a:t>Option</a:t>
            </a:r>
            <a:r>
              <a:rPr lang="pt-BR" sz="4000" dirty="0"/>
              <a:t> </a:t>
            </a:r>
            <a:br>
              <a:rPr lang="pt-BR" sz="4000" dirty="0"/>
            </a:br>
            <a:r>
              <a:rPr lang="pt-BR" sz="4000" dirty="0"/>
              <a:t>e </a:t>
            </a:r>
            <a:br>
              <a:rPr lang="pt-BR" sz="4000" dirty="0"/>
            </a:br>
            <a:r>
              <a:rPr lang="pt-BR" sz="4000" dirty="0" err="1"/>
              <a:t>JavaScript</a:t>
            </a:r>
            <a:endParaRPr lang="pt-BR" sz="4000" dirty="0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97966" y="967409"/>
            <a:ext cx="4644882" cy="48635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800" dirty="0"/>
              <a:t>HTML:</a:t>
            </a:r>
          </a:p>
          <a:p>
            <a:pPr marL="0" indent="0">
              <a:buNone/>
            </a:pPr>
            <a:r>
              <a:rPr lang="pt-BR" sz="1800" dirty="0"/>
              <a:t>&lt;</a:t>
            </a:r>
            <a:r>
              <a:rPr lang="pt-BR" sz="1800" dirty="0" err="1"/>
              <a:t>select</a:t>
            </a:r>
            <a:r>
              <a:rPr lang="pt-BR" sz="1800" dirty="0"/>
              <a:t> id="fruta"&gt;</a:t>
            </a:r>
          </a:p>
          <a:p>
            <a:pPr marL="0" indent="0">
              <a:buNone/>
            </a:pPr>
            <a:r>
              <a:rPr lang="pt-BR" sz="1800" dirty="0"/>
              <a:t>  &lt;</a:t>
            </a:r>
            <a:r>
              <a:rPr lang="pt-BR" sz="1800" dirty="0" err="1"/>
              <a:t>option</a:t>
            </a:r>
            <a:r>
              <a:rPr lang="pt-BR" sz="1800" dirty="0"/>
              <a:t> </a:t>
            </a:r>
            <a:r>
              <a:rPr lang="pt-BR" sz="1800" dirty="0" err="1"/>
              <a:t>value</a:t>
            </a:r>
            <a:r>
              <a:rPr lang="pt-BR" sz="1800" dirty="0"/>
              <a:t>="maçã"&gt;Maçã&lt;/</a:t>
            </a:r>
            <a:r>
              <a:rPr lang="pt-BR" sz="1800" dirty="0" err="1"/>
              <a:t>option</a:t>
            </a:r>
            <a:r>
              <a:rPr lang="pt-BR" sz="1800" dirty="0"/>
              <a:t>&gt;</a:t>
            </a:r>
          </a:p>
          <a:p>
            <a:pPr marL="0" indent="0">
              <a:buNone/>
            </a:pPr>
            <a:r>
              <a:rPr lang="pt-BR" sz="1800" dirty="0"/>
              <a:t>  &lt;</a:t>
            </a:r>
            <a:r>
              <a:rPr lang="pt-BR" sz="1800" dirty="0" err="1"/>
              <a:t>option</a:t>
            </a:r>
            <a:r>
              <a:rPr lang="pt-BR" sz="1800" dirty="0"/>
              <a:t> </a:t>
            </a:r>
            <a:r>
              <a:rPr lang="pt-BR" sz="1800" dirty="0" err="1"/>
              <a:t>value</a:t>
            </a:r>
            <a:r>
              <a:rPr lang="pt-BR" sz="1800" dirty="0"/>
              <a:t>="banana"&gt;Banana&lt;/</a:t>
            </a:r>
            <a:r>
              <a:rPr lang="pt-BR" sz="1800" dirty="0" err="1"/>
              <a:t>option</a:t>
            </a:r>
            <a:r>
              <a:rPr lang="pt-BR" sz="1800" dirty="0"/>
              <a:t>&gt;</a:t>
            </a:r>
          </a:p>
          <a:p>
            <a:pPr marL="0" indent="0">
              <a:buNone/>
            </a:pPr>
            <a:r>
              <a:rPr lang="pt-BR" sz="1800" dirty="0"/>
              <a:t>&lt;/</a:t>
            </a:r>
            <a:r>
              <a:rPr lang="pt-BR" sz="1800" dirty="0" err="1"/>
              <a:t>select</a:t>
            </a:r>
            <a:r>
              <a:rPr lang="pt-BR" sz="1800" dirty="0"/>
              <a:t>&gt;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JS:</a:t>
            </a:r>
          </a:p>
          <a:p>
            <a:pPr marL="0" indent="0">
              <a:buNone/>
            </a:pPr>
            <a:r>
              <a:rPr lang="pt-BR" sz="1800" dirty="0"/>
              <a:t>var </a:t>
            </a:r>
            <a:r>
              <a:rPr lang="pt-BR" sz="1800" dirty="0" err="1"/>
              <a:t>select</a:t>
            </a:r>
            <a:r>
              <a:rPr lang="pt-BR" sz="1800" dirty="0"/>
              <a:t> = </a:t>
            </a:r>
            <a:r>
              <a:rPr lang="pt-BR" sz="1800" dirty="0" err="1"/>
              <a:t>document.getElementById</a:t>
            </a:r>
            <a:r>
              <a:rPr lang="pt-BR" sz="1800" dirty="0"/>
              <a:t>("fruta");</a:t>
            </a:r>
          </a:p>
          <a:p>
            <a:pPr marL="0" indent="0">
              <a:buNone/>
            </a:pPr>
            <a:r>
              <a:rPr lang="pt-BR" sz="1800" dirty="0"/>
              <a:t>var valor = </a:t>
            </a:r>
            <a:r>
              <a:rPr lang="pt-BR" sz="1800" dirty="0" err="1"/>
              <a:t>select.value</a:t>
            </a:r>
            <a:r>
              <a:rPr lang="pt-BR" sz="1800" dirty="0"/>
              <a:t>;</a:t>
            </a:r>
          </a:p>
          <a:p>
            <a:pPr marL="0" indent="0">
              <a:buNone/>
            </a:pPr>
            <a:r>
              <a:rPr lang="pt-BR" sz="1800" dirty="0"/>
              <a:t>console.log("Selecionado:", valor);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ctr"/>
            <a:r>
              <a:rPr lang="pt-BR" sz="4800" dirty="0"/>
              <a:t>Botões e Eventos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&lt;</a:t>
            </a:r>
            <a:r>
              <a:rPr lang="pt-BR" sz="2100" dirty="0" err="1"/>
              <a:t>button</a:t>
            </a:r>
            <a:r>
              <a:rPr lang="pt-BR" sz="2100" dirty="0"/>
              <a:t> </a:t>
            </a:r>
            <a:r>
              <a:rPr lang="pt-BR" sz="2100" dirty="0" err="1"/>
              <a:t>onclick</a:t>
            </a:r>
            <a:r>
              <a:rPr lang="pt-BR" sz="2100" dirty="0"/>
              <a:t>="enviar()"&gt;Enviar&lt;/</a:t>
            </a:r>
            <a:r>
              <a:rPr lang="pt-BR" sz="2100" dirty="0" err="1"/>
              <a:t>button</a:t>
            </a:r>
            <a:r>
              <a:rPr lang="pt-BR" sz="2100" dirty="0"/>
              <a:t>&gt;</a:t>
            </a:r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r>
              <a:rPr lang="pt-BR" sz="2100" dirty="0"/>
              <a:t>&lt;script&gt;</a:t>
            </a:r>
          </a:p>
          <a:p>
            <a:pPr marL="0" indent="0">
              <a:buNone/>
            </a:pPr>
            <a:r>
              <a:rPr lang="pt-BR" sz="2100" dirty="0" err="1"/>
              <a:t>function</a:t>
            </a:r>
            <a:r>
              <a:rPr lang="pt-BR" sz="2100" dirty="0"/>
              <a:t> enviar() {</a:t>
            </a:r>
          </a:p>
          <a:p>
            <a:pPr marL="0" indent="0">
              <a:buNone/>
            </a:pPr>
            <a:r>
              <a:rPr lang="pt-BR" sz="2100" dirty="0"/>
              <a:t>  </a:t>
            </a:r>
            <a:r>
              <a:rPr lang="pt-BR" sz="2100" dirty="0" err="1"/>
              <a:t>alert</a:t>
            </a:r>
            <a:r>
              <a:rPr lang="pt-BR" sz="2100" dirty="0"/>
              <a:t>("Formulário enviado!");</a:t>
            </a:r>
          </a:p>
          <a:p>
            <a:pPr marL="0" indent="0">
              <a:buNone/>
            </a:pPr>
            <a:r>
              <a:rPr lang="pt-BR" sz="2100" dirty="0"/>
              <a:t>}</a:t>
            </a:r>
          </a:p>
          <a:p>
            <a:pPr marL="0" indent="0">
              <a:buNone/>
            </a:pPr>
            <a:r>
              <a:rPr lang="pt-BR" sz="2100" dirty="0"/>
              <a:t>&lt;/script&gt;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6C780-72CC-497D-9F8D-52DAACFC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6A6262-548C-4AD8-920B-7E0EB5CF3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83E7C2-E33D-4AC2-9E6A-5553B704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97B95C-A16A-4E80-BFE9-EFCCA337A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907"/>
            <a:ext cx="8236492" cy="3171424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1DA0E2A-39FB-645C-7179-C8FFFF94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2224380"/>
            <a:ext cx="3610185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4400" dirty="0"/>
              <a:t>Formulários</a:t>
            </a:r>
            <a:endParaRPr lang="en-US" sz="4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FDF588-A453-8770-FBE8-DC0396994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5180" y="2224381"/>
            <a:ext cx="3240576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dirty="0" err="1">
                <a:solidFill>
                  <a:schemeClr val="tx1">
                    <a:alpha val="70000"/>
                  </a:schemeClr>
                </a:solidFill>
              </a:rPr>
              <a:t>Introdução</a:t>
            </a:r>
            <a:r>
              <a:rPr lang="en-US" sz="1700" dirty="0">
                <a:solidFill>
                  <a:schemeClr val="tx1">
                    <a:alpha val="70000"/>
                  </a:schemeClr>
                </a:solidFill>
              </a:rPr>
              <a:t> a </a:t>
            </a:r>
            <a:r>
              <a:rPr lang="en-US" sz="1700" dirty="0" err="1">
                <a:solidFill>
                  <a:schemeClr val="tx1">
                    <a:alpha val="70000"/>
                  </a:schemeClr>
                </a:solidFill>
              </a:rPr>
              <a:t>formulários</a:t>
            </a:r>
            <a:r>
              <a:rPr lang="en-US" sz="1700" dirty="0">
                <a:solidFill>
                  <a:schemeClr val="tx1">
                    <a:alpha val="70000"/>
                  </a:schemeClr>
                </a:solidFill>
              </a:rPr>
              <a:t> e </a:t>
            </a:r>
            <a:r>
              <a:rPr lang="en-US" sz="1700" dirty="0" err="1">
                <a:solidFill>
                  <a:schemeClr val="tx1">
                    <a:alpha val="70000"/>
                  </a:schemeClr>
                </a:solidFill>
              </a:rPr>
              <a:t>principais</a:t>
            </a:r>
            <a:r>
              <a:rPr lang="en-US" sz="1700" dirty="0">
                <a:solidFill>
                  <a:schemeClr val="tx1">
                    <a:alpha val="70000"/>
                  </a:schemeClr>
                </a:solidFill>
              </a:rPr>
              <a:t> </a:t>
            </a:r>
            <a:r>
              <a:rPr lang="en-US" sz="1700" dirty="0" err="1">
                <a:solidFill>
                  <a:schemeClr val="tx1">
                    <a:alpha val="70000"/>
                  </a:schemeClr>
                </a:solidFill>
              </a:rPr>
              <a:t>eventos</a:t>
            </a:r>
            <a:endParaRPr lang="en-US" sz="1700" kern="1200" dirty="0">
              <a:solidFill>
                <a:schemeClr val="tx1">
                  <a:alpha val="70000"/>
                </a:schemeClr>
              </a:solidFill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457172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8CA06CD6-90CA-4C45-856C-6771339E1E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241173" y="320040"/>
            <a:ext cx="8661654" cy="6217920"/>
          </a:xfrm>
          <a:prstGeom prst="rect">
            <a:avLst/>
          </a:prstGeom>
          <a:solidFill>
            <a:schemeClr val="tx1">
              <a:alpha val="10000"/>
            </a:schemeClr>
          </a:solidFill>
          <a:ln w="127000" cap="sq" cmpd="thinThick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963507"/>
            <a:ext cx="2620771" cy="493098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3700" kern="1200" dirty="0" err="1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Formulários</a:t>
            </a:r>
            <a:r>
              <a:rPr lang="en-US" sz="3700" kern="1200" dirty="0">
                <a:solidFill>
                  <a:schemeClr val="accent1"/>
                </a:solidFill>
                <a:latin typeface="+mj-lt"/>
                <a:ea typeface="+mj-ea"/>
                <a:cs typeface="+mj-cs"/>
              </a:rPr>
              <a:t> HTML5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021601D-2758-4B15-A31C-FDA184C51B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2057400"/>
            <a:ext cx="0" cy="274320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39882" y="907818"/>
            <a:ext cx="5412105" cy="2094271"/>
          </a:xfrm>
        </p:spPr>
        <p:txBody>
          <a:bodyPr vert="horz" lIns="91440" tIns="45720" rIns="91440" bIns="45720" rtlCol="0" anchor="b">
            <a:normAutofit fontScale="92500" lnSpcReduction="10000"/>
          </a:bodyPr>
          <a:lstStyle/>
          <a:p>
            <a:pPr marL="0" indent="0">
              <a:buNone/>
            </a:pPr>
            <a:r>
              <a:rPr lang="en-US" sz="2400" dirty="0"/>
              <a:t>&lt;form action="/</a:t>
            </a:r>
            <a:r>
              <a:rPr lang="en-US" sz="2400" dirty="0" err="1"/>
              <a:t>enviar</a:t>
            </a:r>
            <a:r>
              <a:rPr lang="en-US" sz="2400" dirty="0"/>
              <a:t>" method="post"&gt;</a:t>
            </a:r>
          </a:p>
          <a:p>
            <a:pPr marL="0" indent="0">
              <a:buNone/>
            </a:pPr>
            <a:r>
              <a:rPr lang="en-US" sz="2400" dirty="0"/>
              <a:t>  &lt;label&gt;Nome:&lt;/label&gt;</a:t>
            </a:r>
          </a:p>
          <a:p>
            <a:pPr marL="0" indent="0">
              <a:buNone/>
            </a:pPr>
            <a:r>
              <a:rPr lang="en-US" sz="2400" dirty="0"/>
              <a:t>  &lt;input type="text" name="</a:t>
            </a:r>
            <a:r>
              <a:rPr lang="en-US" sz="2400" dirty="0" err="1"/>
              <a:t>nome</a:t>
            </a:r>
            <a:r>
              <a:rPr lang="en-US" sz="2400" dirty="0"/>
              <a:t>" required&gt;</a:t>
            </a:r>
          </a:p>
          <a:p>
            <a:pPr marL="0" indent="0">
              <a:buNone/>
            </a:pPr>
            <a:r>
              <a:rPr lang="en-US" sz="2400" dirty="0"/>
              <a:t>  &lt;button type="submit"&gt;</a:t>
            </a:r>
            <a:r>
              <a:rPr lang="en-US" sz="2400" dirty="0" err="1"/>
              <a:t>Enviar</a:t>
            </a:r>
            <a:r>
              <a:rPr lang="en-US" sz="2400" dirty="0"/>
              <a:t>&lt;/button&gt;</a:t>
            </a:r>
          </a:p>
          <a:p>
            <a:pPr marL="0" indent="0">
              <a:buNone/>
            </a:pPr>
            <a:r>
              <a:rPr lang="en-US" sz="2400" dirty="0"/>
              <a:t>&lt;/form&gt;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F281CB-990F-5193-A8BD-8BAB13095655}"/>
              </a:ext>
            </a:extLst>
          </p:cNvPr>
          <p:cNvSpPr txBox="1">
            <a:spLocks/>
          </p:cNvSpPr>
          <p:nvPr/>
        </p:nvSpPr>
        <p:spPr>
          <a:xfrm>
            <a:off x="3732022" y="3589866"/>
            <a:ext cx="4688205" cy="23046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dirty="0"/>
              <a:t>O </a:t>
            </a:r>
            <a:r>
              <a:rPr lang="en-US" dirty="0" err="1"/>
              <a:t>atributo</a:t>
            </a:r>
            <a:r>
              <a:rPr lang="en-US" dirty="0"/>
              <a:t> “action” </a:t>
            </a:r>
            <a:r>
              <a:rPr lang="en-US" dirty="0" err="1"/>
              <a:t>determina</a:t>
            </a:r>
            <a:r>
              <a:rPr lang="en-US" dirty="0"/>
              <a:t> para </a:t>
            </a:r>
            <a:r>
              <a:rPr lang="en-US" dirty="0" err="1"/>
              <a:t>onde</a:t>
            </a:r>
            <a:r>
              <a:rPr lang="en-US" dirty="0"/>
              <a:t> </a:t>
            </a:r>
            <a:r>
              <a:rPr lang="en-US" dirty="0" err="1"/>
              <a:t>os</a:t>
            </a:r>
            <a:r>
              <a:rPr lang="en-US" dirty="0"/>
              <a:t> dados </a:t>
            </a:r>
            <a:r>
              <a:rPr lang="en-US" dirty="0" err="1"/>
              <a:t>serão</a:t>
            </a:r>
            <a:r>
              <a:rPr lang="en-US" dirty="0"/>
              <a:t> </a:t>
            </a:r>
            <a:r>
              <a:rPr lang="en-US" dirty="0" err="1"/>
              <a:t>enviados</a:t>
            </a:r>
            <a:r>
              <a:rPr lang="en-US" dirty="0"/>
              <a:t>, </a:t>
            </a:r>
            <a:r>
              <a:rPr lang="en-US" dirty="0" err="1"/>
              <a:t>enquanto</a:t>
            </a:r>
            <a:r>
              <a:rPr lang="en-US" dirty="0"/>
              <a:t> o “method” </a:t>
            </a:r>
            <a:r>
              <a:rPr lang="en-US" dirty="0" err="1"/>
              <a:t>determina</a:t>
            </a:r>
            <a:r>
              <a:rPr lang="en-US" dirty="0"/>
              <a:t> a </a:t>
            </a:r>
            <a:r>
              <a:rPr lang="en-US" dirty="0" err="1"/>
              <a:t>ação</a:t>
            </a:r>
            <a:r>
              <a:rPr lang="en-US" dirty="0"/>
              <a:t> que </a:t>
            </a:r>
            <a:r>
              <a:rPr lang="en-US" dirty="0" err="1"/>
              <a:t>será</a:t>
            </a:r>
            <a:r>
              <a:rPr lang="en-US" dirty="0"/>
              <a:t> </a:t>
            </a:r>
            <a:r>
              <a:rPr lang="en-US" dirty="0" err="1"/>
              <a:t>executada</a:t>
            </a:r>
            <a:r>
              <a:rPr lang="en-US" dirty="0"/>
              <a:t>.</a:t>
            </a:r>
          </a:p>
          <a:p>
            <a:pPr marL="0"/>
            <a:endParaRPr lang="en-US" sz="1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D54C82-1F2E-2FC8-EC66-1C9E6F4CD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125454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DC34D0-3773-ED6A-A1E9-CB04043C6D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5125" y="1153572"/>
            <a:ext cx="2400300" cy="4461163"/>
          </a:xfrm>
        </p:spPr>
        <p:txBody>
          <a:bodyPr>
            <a:normAutofit/>
          </a:bodyPr>
          <a:lstStyle/>
          <a:p>
            <a:r>
              <a:rPr lang="pt-BR" sz="3400">
                <a:solidFill>
                  <a:srgbClr val="FFFFFF"/>
                </a:solidFill>
              </a:rPr>
              <a:t>Formulários HTML5</a:t>
            </a:r>
          </a:p>
        </p:txBody>
      </p:sp>
      <p:sp>
        <p:nvSpPr>
          <p:cNvPr id="32" name="Arc 3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5662801" y="2455479"/>
            <a:ext cx="3062575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910FEB-DBB1-CD41-92B2-0F25BFCDA4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3774" y="591344"/>
            <a:ext cx="5850835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500" dirty="0"/>
              <a:t>&lt;</a:t>
            </a:r>
            <a:r>
              <a:rPr lang="pt-BR" sz="1500" dirty="0" err="1"/>
              <a:t>form</a:t>
            </a:r>
            <a:r>
              <a:rPr lang="pt-BR" sz="1500" dirty="0"/>
              <a:t> </a:t>
            </a:r>
            <a:r>
              <a:rPr lang="pt-BR" sz="1500" dirty="0" err="1"/>
              <a:t>action</a:t>
            </a:r>
            <a:r>
              <a:rPr lang="pt-BR" sz="1500" dirty="0"/>
              <a:t>="/enviar" </a:t>
            </a:r>
            <a:r>
              <a:rPr lang="pt-BR" sz="1500" dirty="0" err="1"/>
              <a:t>method</a:t>
            </a:r>
            <a:r>
              <a:rPr lang="pt-BR" sz="1500" dirty="0"/>
              <a:t>="post"&gt;</a:t>
            </a:r>
          </a:p>
          <a:p>
            <a:pPr marL="0" indent="0">
              <a:buNone/>
            </a:pPr>
            <a:r>
              <a:rPr lang="pt-BR" sz="1500" dirty="0"/>
              <a:t>  &lt;</a:t>
            </a:r>
            <a:r>
              <a:rPr lang="pt-BR" sz="1500" dirty="0" err="1"/>
              <a:t>label</a:t>
            </a:r>
            <a:r>
              <a:rPr lang="pt-BR" sz="1500" dirty="0"/>
              <a:t> for="nome"&gt;Nome:&lt;/</a:t>
            </a:r>
            <a:r>
              <a:rPr lang="pt-BR" sz="1500" dirty="0" err="1"/>
              <a:t>label</a:t>
            </a:r>
            <a:r>
              <a:rPr lang="pt-BR" sz="1500" dirty="0"/>
              <a:t>&gt;</a:t>
            </a:r>
          </a:p>
          <a:p>
            <a:pPr marL="0" indent="0">
              <a:buNone/>
            </a:pPr>
            <a:r>
              <a:rPr lang="pt-BR" sz="1500" dirty="0"/>
              <a:t>  &lt;input </a:t>
            </a:r>
            <a:r>
              <a:rPr lang="pt-BR" sz="1500" dirty="0" err="1"/>
              <a:t>type</a:t>
            </a:r>
            <a:r>
              <a:rPr lang="pt-BR" sz="1500" dirty="0"/>
              <a:t>="</a:t>
            </a:r>
            <a:r>
              <a:rPr lang="pt-BR" sz="1500" dirty="0" err="1"/>
              <a:t>text</a:t>
            </a:r>
            <a:r>
              <a:rPr lang="pt-BR" sz="1500" dirty="0"/>
              <a:t>" id="nome" </a:t>
            </a:r>
            <a:r>
              <a:rPr lang="pt-BR" sz="1500" dirty="0" err="1"/>
              <a:t>name</a:t>
            </a:r>
            <a:r>
              <a:rPr lang="pt-BR" sz="1500" dirty="0"/>
              <a:t>="nome" </a:t>
            </a:r>
            <a:r>
              <a:rPr lang="pt-BR" sz="1500" dirty="0" err="1"/>
              <a:t>required</a:t>
            </a:r>
            <a:r>
              <a:rPr lang="pt-BR" sz="1500" dirty="0"/>
              <a:t>&gt;</a:t>
            </a:r>
          </a:p>
          <a:p>
            <a:pPr marL="0" indent="0">
              <a:buNone/>
            </a:pPr>
            <a:r>
              <a:rPr lang="pt-BR" sz="1500" dirty="0"/>
              <a:t>  &lt;</a:t>
            </a:r>
            <a:r>
              <a:rPr lang="pt-BR" sz="1500" dirty="0" err="1"/>
              <a:t>label</a:t>
            </a:r>
            <a:r>
              <a:rPr lang="pt-BR" sz="1500" dirty="0"/>
              <a:t> for="</a:t>
            </a:r>
            <a:r>
              <a:rPr lang="pt-BR" sz="1500" dirty="0" err="1"/>
              <a:t>email</a:t>
            </a:r>
            <a:r>
              <a:rPr lang="pt-BR" sz="1500" dirty="0"/>
              <a:t>"&gt;Email:&lt;/</a:t>
            </a:r>
            <a:r>
              <a:rPr lang="pt-BR" sz="1500" dirty="0" err="1"/>
              <a:t>label</a:t>
            </a:r>
            <a:r>
              <a:rPr lang="pt-BR" sz="1500" dirty="0"/>
              <a:t>&gt;</a:t>
            </a:r>
          </a:p>
          <a:p>
            <a:pPr marL="0" indent="0">
              <a:buNone/>
            </a:pPr>
            <a:r>
              <a:rPr lang="pt-BR" sz="1500" dirty="0"/>
              <a:t>  &lt;input </a:t>
            </a:r>
            <a:r>
              <a:rPr lang="pt-BR" sz="1500" dirty="0" err="1"/>
              <a:t>type</a:t>
            </a:r>
            <a:r>
              <a:rPr lang="pt-BR" sz="1500" dirty="0"/>
              <a:t>="</a:t>
            </a:r>
            <a:r>
              <a:rPr lang="pt-BR" sz="1500" dirty="0" err="1"/>
              <a:t>email</a:t>
            </a:r>
            <a:r>
              <a:rPr lang="pt-BR" sz="1500" dirty="0"/>
              <a:t>" id="</a:t>
            </a:r>
            <a:r>
              <a:rPr lang="pt-BR" sz="1500" dirty="0" err="1"/>
              <a:t>email</a:t>
            </a:r>
            <a:r>
              <a:rPr lang="pt-BR" sz="1500" dirty="0"/>
              <a:t>" </a:t>
            </a:r>
            <a:r>
              <a:rPr lang="pt-BR" sz="1500" dirty="0" err="1"/>
              <a:t>name</a:t>
            </a:r>
            <a:r>
              <a:rPr lang="pt-BR" sz="1500" dirty="0"/>
              <a:t>="</a:t>
            </a:r>
            <a:r>
              <a:rPr lang="pt-BR" sz="1500" dirty="0" err="1"/>
              <a:t>email</a:t>
            </a:r>
            <a:r>
              <a:rPr lang="pt-BR" sz="1500" dirty="0"/>
              <a:t>"&gt;</a:t>
            </a:r>
          </a:p>
          <a:p>
            <a:pPr marL="0" indent="0">
              <a:buNone/>
            </a:pPr>
            <a:r>
              <a:rPr lang="pt-BR" sz="1500" dirty="0"/>
              <a:t>  &lt;</a:t>
            </a:r>
            <a:r>
              <a:rPr lang="pt-BR" sz="1500" dirty="0" err="1"/>
              <a:t>label</a:t>
            </a:r>
            <a:r>
              <a:rPr lang="pt-BR" sz="1500" dirty="0"/>
              <a:t> for="idade"&gt;Idade:&lt;/</a:t>
            </a:r>
            <a:r>
              <a:rPr lang="pt-BR" sz="1500" dirty="0" err="1"/>
              <a:t>label</a:t>
            </a:r>
            <a:r>
              <a:rPr lang="pt-BR" sz="1500" dirty="0"/>
              <a:t>&gt;</a:t>
            </a:r>
          </a:p>
          <a:p>
            <a:pPr marL="0" indent="0">
              <a:buNone/>
            </a:pPr>
            <a:r>
              <a:rPr lang="pt-BR" sz="1500" dirty="0"/>
              <a:t>  &lt;input </a:t>
            </a:r>
            <a:r>
              <a:rPr lang="pt-BR" sz="1500" dirty="0" err="1"/>
              <a:t>type</a:t>
            </a:r>
            <a:r>
              <a:rPr lang="pt-BR" sz="1500" dirty="0"/>
              <a:t>="</a:t>
            </a:r>
            <a:r>
              <a:rPr lang="pt-BR" sz="1500" dirty="0" err="1"/>
              <a:t>number</a:t>
            </a:r>
            <a:r>
              <a:rPr lang="pt-BR" sz="1500" dirty="0"/>
              <a:t>" id="idade" </a:t>
            </a:r>
            <a:r>
              <a:rPr lang="pt-BR" sz="1500" dirty="0" err="1"/>
              <a:t>name</a:t>
            </a:r>
            <a:r>
              <a:rPr lang="pt-BR" sz="1500" dirty="0"/>
              <a:t>="idade" min="1" </a:t>
            </a:r>
            <a:r>
              <a:rPr lang="pt-BR" sz="1500" dirty="0" err="1"/>
              <a:t>max</a:t>
            </a:r>
            <a:r>
              <a:rPr lang="pt-BR" sz="1500" dirty="0"/>
              <a:t>="120"&gt;</a:t>
            </a:r>
          </a:p>
          <a:p>
            <a:pPr marL="0" indent="0">
              <a:buNone/>
            </a:pPr>
            <a:r>
              <a:rPr lang="pt-BR" sz="1500" dirty="0"/>
              <a:t>  &lt;</a:t>
            </a:r>
            <a:r>
              <a:rPr lang="pt-BR" sz="1500" dirty="0" err="1"/>
              <a:t>label</a:t>
            </a:r>
            <a:r>
              <a:rPr lang="pt-BR" sz="1500" dirty="0"/>
              <a:t> for="nascimento"&gt;Data de Nascimento:&lt;/</a:t>
            </a:r>
            <a:r>
              <a:rPr lang="pt-BR" sz="1500" dirty="0" err="1"/>
              <a:t>label</a:t>
            </a:r>
            <a:r>
              <a:rPr lang="pt-BR" sz="1500" dirty="0"/>
              <a:t>&gt;</a:t>
            </a:r>
          </a:p>
          <a:p>
            <a:pPr marL="0" indent="0">
              <a:buNone/>
            </a:pPr>
            <a:r>
              <a:rPr lang="pt-BR" sz="1500" dirty="0"/>
              <a:t>  &lt;input </a:t>
            </a:r>
            <a:r>
              <a:rPr lang="pt-BR" sz="1500" dirty="0" err="1"/>
              <a:t>type</a:t>
            </a:r>
            <a:r>
              <a:rPr lang="pt-BR" sz="1500" dirty="0"/>
              <a:t>="date" id="nascimento" </a:t>
            </a:r>
            <a:r>
              <a:rPr lang="pt-BR" sz="1500" dirty="0" err="1"/>
              <a:t>name</a:t>
            </a:r>
            <a:r>
              <a:rPr lang="pt-BR" sz="1500" dirty="0"/>
              <a:t>="nascimento"&gt;</a:t>
            </a:r>
          </a:p>
          <a:p>
            <a:pPr marL="0" indent="0">
              <a:buNone/>
            </a:pPr>
            <a:r>
              <a:rPr lang="pt-BR" sz="1500" dirty="0"/>
              <a:t>  &lt;</a:t>
            </a:r>
            <a:r>
              <a:rPr lang="pt-BR" sz="1500" dirty="0" err="1"/>
              <a:t>label</a:t>
            </a:r>
            <a:r>
              <a:rPr lang="pt-BR" sz="1500" dirty="0"/>
              <a:t> for="mensagem"&gt;Mensagem:&lt;/</a:t>
            </a:r>
            <a:r>
              <a:rPr lang="pt-BR" sz="1500" dirty="0" err="1"/>
              <a:t>label</a:t>
            </a:r>
            <a:r>
              <a:rPr lang="pt-BR" sz="1500" dirty="0"/>
              <a:t>&gt;</a:t>
            </a:r>
          </a:p>
          <a:p>
            <a:pPr marL="0" indent="0">
              <a:buNone/>
            </a:pPr>
            <a:r>
              <a:rPr lang="pt-BR" sz="1500" dirty="0"/>
              <a:t>  &lt;</a:t>
            </a:r>
            <a:r>
              <a:rPr lang="pt-BR" sz="1500" dirty="0" err="1"/>
              <a:t>textarea</a:t>
            </a:r>
            <a:r>
              <a:rPr lang="pt-BR" sz="1500" dirty="0"/>
              <a:t> id="mensagem" </a:t>
            </a:r>
            <a:r>
              <a:rPr lang="pt-BR" sz="1500" dirty="0" err="1"/>
              <a:t>name</a:t>
            </a:r>
            <a:r>
              <a:rPr lang="pt-BR" sz="1500" dirty="0"/>
              <a:t>="mensagem" </a:t>
            </a:r>
            <a:r>
              <a:rPr lang="pt-BR" sz="1500" dirty="0" err="1"/>
              <a:t>rows</a:t>
            </a:r>
            <a:r>
              <a:rPr lang="pt-BR" sz="1500" dirty="0"/>
              <a:t>="4"&gt;&lt;/</a:t>
            </a:r>
            <a:r>
              <a:rPr lang="pt-BR" sz="1500" dirty="0" err="1"/>
              <a:t>textarea</a:t>
            </a:r>
            <a:r>
              <a:rPr lang="pt-BR" sz="1500" dirty="0"/>
              <a:t>&gt;</a:t>
            </a:r>
          </a:p>
          <a:p>
            <a:pPr marL="0" indent="0">
              <a:buNone/>
            </a:pPr>
            <a:r>
              <a:rPr lang="pt-BR" sz="1500" dirty="0"/>
              <a:t>  &lt;</a:t>
            </a:r>
            <a:r>
              <a:rPr lang="pt-BR" sz="1500" dirty="0" err="1"/>
              <a:t>button</a:t>
            </a:r>
            <a:r>
              <a:rPr lang="pt-BR" sz="1500" dirty="0"/>
              <a:t> </a:t>
            </a:r>
            <a:r>
              <a:rPr lang="pt-BR" sz="1500" dirty="0" err="1"/>
              <a:t>type</a:t>
            </a:r>
            <a:r>
              <a:rPr lang="pt-BR" sz="1500" dirty="0"/>
              <a:t>="</a:t>
            </a:r>
            <a:r>
              <a:rPr lang="pt-BR" sz="1500" dirty="0" err="1"/>
              <a:t>submit</a:t>
            </a:r>
            <a:r>
              <a:rPr lang="pt-BR" sz="1500" dirty="0"/>
              <a:t>"&gt;Enviar&lt;/</a:t>
            </a:r>
            <a:r>
              <a:rPr lang="pt-BR" sz="1500" dirty="0" err="1"/>
              <a:t>button</a:t>
            </a:r>
            <a:r>
              <a:rPr lang="pt-BR" sz="1500" dirty="0"/>
              <a:t>&gt;</a:t>
            </a:r>
          </a:p>
          <a:p>
            <a:pPr marL="0" indent="0">
              <a:buNone/>
            </a:pPr>
            <a:r>
              <a:rPr lang="pt-BR" sz="1500" dirty="0"/>
              <a:t>&lt;/</a:t>
            </a:r>
            <a:r>
              <a:rPr lang="pt-BR" sz="1500" dirty="0" err="1"/>
              <a:t>form</a:t>
            </a:r>
            <a:r>
              <a:rPr lang="pt-BR" sz="15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2082469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6D1A2CED-DA9B-4CCF-8215-CFC65FE71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>
            <a:extLst>
              <a:ext uri="{FF2B5EF4-FFF2-40B4-BE49-F238E27FC236}">
                <a16:creationId xmlns:a16="http://schemas.microsoft.com/office/drawing/2014/main" id="{562DFC44-A40C-4573-9230-B3EDB3EC8E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18656" y="260019"/>
            <a:ext cx="8375586" cy="5933012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D565DE3-C9A5-5797-4C1A-4F853763EE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6676" y="509521"/>
            <a:ext cx="7674102" cy="1014984"/>
          </a:xfrm>
        </p:spPr>
        <p:txBody>
          <a:bodyPr>
            <a:normAutofit/>
          </a:bodyPr>
          <a:lstStyle/>
          <a:p>
            <a:r>
              <a:rPr lang="pt-BR" sz="3500"/>
              <a:t>Principais eventos dos Formulários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5589D35-CF9F-4DE9-A792-8571A09E9B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74125" y="658327"/>
            <a:ext cx="96012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Espaço Reservado para Conteúdo 3">
            <a:extLst>
              <a:ext uri="{FF2B5EF4-FFF2-40B4-BE49-F238E27FC236}">
                <a16:creationId xmlns:a16="http://schemas.microsoft.com/office/drawing/2014/main" id="{F5834D6E-9F33-EAF0-EB18-B84C7164FE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3034817"/>
              </p:ext>
            </p:extLst>
          </p:nvPr>
        </p:nvGraphicFramePr>
        <p:xfrm>
          <a:off x="836676" y="1985173"/>
          <a:ext cx="7674103" cy="3710620"/>
        </p:xfrm>
        <a:graphic>
          <a:graphicData uri="http://schemas.openxmlformats.org/drawingml/2006/table">
            <a:tbl>
              <a:tblPr firstRow="1" bandRow="1">
                <a:solidFill>
                  <a:schemeClr val="bg1"/>
                </a:solidFill>
              </a:tblPr>
              <a:tblGrid>
                <a:gridCol w="1394820">
                  <a:extLst>
                    <a:ext uri="{9D8B030D-6E8A-4147-A177-3AD203B41FA5}">
                      <a16:colId xmlns:a16="http://schemas.microsoft.com/office/drawing/2014/main" val="2881393501"/>
                    </a:ext>
                  </a:extLst>
                </a:gridCol>
                <a:gridCol w="2909417">
                  <a:extLst>
                    <a:ext uri="{9D8B030D-6E8A-4147-A177-3AD203B41FA5}">
                      <a16:colId xmlns:a16="http://schemas.microsoft.com/office/drawing/2014/main" val="3943876959"/>
                    </a:ext>
                  </a:extLst>
                </a:gridCol>
                <a:gridCol w="3369866">
                  <a:extLst>
                    <a:ext uri="{9D8B030D-6E8A-4147-A177-3AD203B41FA5}">
                      <a16:colId xmlns:a16="http://schemas.microsoft.com/office/drawing/2014/main" val="851268337"/>
                    </a:ext>
                  </a:extLst>
                </a:gridCol>
              </a:tblGrid>
              <a:tr h="372917">
                <a:tc>
                  <a:txBody>
                    <a:bodyPr/>
                    <a:lstStyle/>
                    <a:p>
                      <a:pPr algn="ctr"/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Evento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ocorre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Exemplo comum de uso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1428578"/>
                  </a:ext>
                </a:extLst>
              </a:tr>
              <a:tr h="372917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submit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o formulário é enviado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Validar dados antes do envio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1907236"/>
                  </a:ext>
                </a:extLst>
              </a:tr>
              <a:tr h="554738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reset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o formulário é resetado (botão reset)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Executar lógica ao limpar campos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3034291"/>
                  </a:ext>
                </a:extLst>
              </a:tr>
              <a:tr h="554738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change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o valor de um campo muda (e perde o foco)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Atualizar interface ou validar campo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7919286"/>
                  </a:ext>
                </a:extLst>
              </a:tr>
              <a:tr h="554738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o valor de um campo muda (enquanto digita)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Mostrar contagem de caracteres, sugestões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1003870"/>
                  </a:ext>
                </a:extLst>
              </a:tr>
              <a:tr h="372917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focus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um campo ganha o foco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Destacar visualmente o campo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81344406"/>
                  </a:ext>
                </a:extLst>
              </a:tr>
              <a:tr h="372917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blur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um campo perde o foco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Validar conteúdo digitado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06120132"/>
                  </a:ext>
                </a:extLst>
              </a:tr>
              <a:tr h="554738"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invalid</a:t>
                      </a:r>
                    </a:p>
                  </a:txBody>
                  <a:tcPr marL="98427" marR="42961" marT="75712" marB="7571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Quando a validação do campo falha (HTML5)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pt-BR" sz="1200" cap="none" spc="0">
                          <a:solidFill>
                            <a:schemeClr val="tx1"/>
                          </a:solidFill>
                        </a:rPr>
                        <a:t>Mostrar mensagens personalizadas de erro</a:t>
                      </a:r>
                    </a:p>
                  </a:txBody>
                  <a:tcPr marL="98427" marR="42961" marT="75712" marB="7571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25748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91844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CED4D40-4B67-4331-AC48-79B82B4A47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C654D5C-FC04-10B3-F8A1-C3CA35C6E1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0" y="417576"/>
            <a:ext cx="8182230" cy="124939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57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Submit</a:t>
            </a:r>
          </a:p>
        </p:txBody>
      </p:sp>
      <p:sp>
        <p:nvSpPr>
          <p:cNvPr id="20" name="sketch line">
            <a:extLst>
              <a:ext uri="{FF2B5EF4-FFF2-40B4-BE49-F238E27FC236}">
                <a16:creationId xmlns:a16="http://schemas.microsoft.com/office/drawing/2014/main" id="{670CEDEF-4F34-412E-84EE-329C1E936A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855776" y="1733454"/>
            <a:ext cx="3429000" cy="18288"/>
          </a:xfrm>
          <a:custGeom>
            <a:avLst/>
            <a:gdLst>
              <a:gd name="csX0" fmla="*/ 0 w 3429000"/>
              <a:gd name="csY0" fmla="*/ 0 h 18288"/>
              <a:gd name="csX1" fmla="*/ 685800 w 3429000"/>
              <a:gd name="csY1" fmla="*/ 0 h 18288"/>
              <a:gd name="csX2" fmla="*/ 1371600 w 3429000"/>
              <a:gd name="csY2" fmla="*/ 0 h 18288"/>
              <a:gd name="csX3" fmla="*/ 2057400 w 3429000"/>
              <a:gd name="csY3" fmla="*/ 0 h 18288"/>
              <a:gd name="csX4" fmla="*/ 2674620 w 3429000"/>
              <a:gd name="csY4" fmla="*/ 0 h 18288"/>
              <a:gd name="csX5" fmla="*/ 3429000 w 3429000"/>
              <a:gd name="csY5" fmla="*/ 0 h 18288"/>
              <a:gd name="csX6" fmla="*/ 3429000 w 3429000"/>
              <a:gd name="csY6" fmla="*/ 18288 h 18288"/>
              <a:gd name="csX7" fmla="*/ 2811780 w 3429000"/>
              <a:gd name="csY7" fmla="*/ 18288 h 18288"/>
              <a:gd name="csX8" fmla="*/ 2228850 w 3429000"/>
              <a:gd name="csY8" fmla="*/ 18288 h 18288"/>
              <a:gd name="csX9" fmla="*/ 1543050 w 3429000"/>
              <a:gd name="csY9" fmla="*/ 18288 h 18288"/>
              <a:gd name="csX10" fmla="*/ 925830 w 3429000"/>
              <a:gd name="csY10" fmla="*/ 18288 h 18288"/>
              <a:gd name="csX11" fmla="*/ 0 w 3429000"/>
              <a:gd name="csY11" fmla="*/ 18288 h 18288"/>
              <a:gd name="csX12" fmla="*/ 0 w 342900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429000" h="18288" fill="none" extrusionOk="0">
                <a:moveTo>
                  <a:pt x="0" y="0"/>
                </a:moveTo>
                <a:cubicBezTo>
                  <a:pt x="219865" y="20479"/>
                  <a:pt x="493281" y="26186"/>
                  <a:pt x="685800" y="0"/>
                </a:cubicBezTo>
                <a:cubicBezTo>
                  <a:pt x="878319" y="-26186"/>
                  <a:pt x="1121382" y="-11869"/>
                  <a:pt x="1371600" y="0"/>
                </a:cubicBezTo>
                <a:cubicBezTo>
                  <a:pt x="1621818" y="11869"/>
                  <a:pt x="1878793" y="32281"/>
                  <a:pt x="2057400" y="0"/>
                </a:cubicBezTo>
                <a:cubicBezTo>
                  <a:pt x="2236007" y="-32281"/>
                  <a:pt x="2433797" y="-18251"/>
                  <a:pt x="2674620" y="0"/>
                </a:cubicBezTo>
                <a:cubicBezTo>
                  <a:pt x="2915443" y="18251"/>
                  <a:pt x="3205923" y="-1443"/>
                  <a:pt x="3429000" y="0"/>
                </a:cubicBezTo>
                <a:cubicBezTo>
                  <a:pt x="3429442" y="4516"/>
                  <a:pt x="3428173" y="12266"/>
                  <a:pt x="3429000" y="18288"/>
                </a:cubicBezTo>
                <a:cubicBezTo>
                  <a:pt x="3221081" y="48608"/>
                  <a:pt x="3088001" y="8066"/>
                  <a:pt x="2811780" y="18288"/>
                </a:cubicBezTo>
                <a:cubicBezTo>
                  <a:pt x="2535559" y="28510"/>
                  <a:pt x="2481355" y="24898"/>
                  <a:pt x="2228850" y="18288"/>
                </a:cubicBezTo>
                <a:cubicBezTo>
                  <a:pt x="1976345" y="11679"/>
                  <a:pt x="1807520" y="48356"/>
                  <a:pt x="1543050" y="18288"/>
                </a:cubicBezTo>
                <a:cubicBezTo>
                  <a:pt x="1278580" y="-11780"/>
                  <a:pt x="1181944" y="5123"/>
                  <a:pt x="925830" y="18288"/>
                </a:cubicBezTo>
                <a:cubicBezTo>
                  <a:pt x="669716" y="31453"/>
                  <a:pt x="410304" y="34815"/>
                  <a:pt x="0" y="18288"/>
                </a:cubicBezTo>
                <a:cubicBezTo>
                  <a:pt x="-306" y="11477"/>
                  <a:pt x="485" y="4355"/>
                  <a:pt x="0" y="0"/>
                </a:cubicBezTo>
                <a:close/>
              </a:path>
              <a:path w="3429000" h="18288" stroke="0" extrusionOk="0">
                <a:moveTo>
                  <a:pt x="0" y="0"/>
                </a:moveTo>
                <a:cubicBezTo>
                  <a:pt x="174095" y="-12874"/>
                  <a:pt x="443087" y="-14090"/>
                  <a:pt x="617220" y="0"/>
                </a:cubicBezTo>
                <a:cubicBezTo>
                  <a:pt x="791353" y="14090"/>
                  <a:pt x="1072677" y="8451"/>
                  <a:pt x="1200150" y="0"/>
                </a:cubicBezTo>
                <a:cubicBezTo>
                  <a:pt x="1327623" y="-8451"/>
                  <a:pt x="1526638" y="19866"/>
                  <a:pt x="1817370" y="0"/>
                </a:cubicBezTo>
                <a:cubicBezTo>
                  <a:pt x="2108102" y="-19866"/>
                  <a:pt x="2221289" y="26161"/>
                  <a:pt x="2503170" y="0"/>
                </a:cubicBezTo>
                <a:cubicBezTo>
                  <a:pt x="2785051" y="-26161"/>
                  <a:pt x="3022134" y="39178"/>
                  <a:pt x="3429000" y="0"/>
                </a:cubicBezTo>
                <a:cubicBezTo>
                  <a:pt x="3429577" y="4624"/>
                  <a:pt x="3429819" y="11191"/>
                  <a:pt x="3429000" y="18288"/>
                </a:cubicBezTo>
                <a:cubicBezTo>
                  <a:pt x="3103464" y="593"/>
                  <a:pt x="2887909" y="22940"/>
                  <a:pt x="2743200" y="18288"/>
                </a:cubicBezTo>
                <a:cubicBezTo>
                  <a:pt x="2598491" y="13636"/>
                  <a:pt x="2362615" y="10656"/>
                  <a:pt x="1988820" y="18288"/>
                </a:cubicBezTo>
                <a:cubicBezTo>
                  <a:pt x="1615025" y="25920"/>
                  <a:pt x="1580494" y="3693"/>
                  <a:pt x="1405890" y="18288"/>
                </a:cubicBezTo>
                <a:cubicBezTo>
                  <a:pt x="1231286" y="32884"/>
                  <a:pt x="885259" y="-16285"/>
                  <a:pt x="651510" y="18288"/>
                </a:cubicBezTo>
                <a:cubicBezTo>
                  <a:pt x="417761" y="52861"/>
                  <a:pt x="138362" y="-13856"/>
                  <a:pt x="0" y="18288"/>
                </a:cubicBezTo>
                <a:cubicBezTo>
                  <a:pt x="-171" y="12755"/>
                  <a:pt x="-690" y="793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D12ABFF-31E8-50F2-94CF-54250C5E803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3573"/>
          <a:stretch/>
        </p:blipFill>
        <p:spPr>
          <a:xfrm>
            <a:off x="827281" y="2487610"/>
            <a:ext cx="7485987" cy="3334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0815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A59F208-646C-1A6D-BB48-B94CDEE48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AC6B181E-044C-9524-B9E3-749CDCD2E6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1969" y="1912160"/>
            <a:ext cx="2515977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Change e </a:t>
            </a:r>
            <a:b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Input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C310ADC-D2E9-BD6C-D2E5-CE0F26B74F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5643"/>
          <a:stretch/>
        </p:blipFill>
        <p:spPr>
          <a:xfrm>
            <a:off x="972418" y="1680295"/>
            <a:ext cx="4203477" cy="3479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35245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EED9AD3-4937-8FD9-9E47-92E4DEA525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F60DBE-325C-8908-5BCF-85D815501E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9939" y="1859912"/>
            <a:ext cx="2515977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Focus </a:t>
            </a:r>
            <a:b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 </a:t>
            </a:r>
            <a:b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60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Blur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12B9F8B9-78A1-3715-210C-D891603B961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4554"/>
          <a:stretch/>
        </p:blipFill>
        <p:spPr>
          <a:xfrm>
            <a:off x="972418" y="1714469"/>
            <a:ext cx="4203477" cy="3411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05195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BC0BA7-8002-46D6-C674-E7C024146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19D32F93-50AC-4C46-A5DB-291C60DDB7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6FD7672-78BE-4D6F-A711-2CDB79B5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Right Triangle 21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4A62647B-1222-407C-8740-5A497612B1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C66A08C-60F1-F703-DDB6-F2FD28327D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21969" y="806364"/>
            <a:ext cx="2515977" cy="2847413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0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Invalid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E6CD201-275E-D0EE-0BEA-BD1B4EAD76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418" y="1853954"/>
            <a:ext cx="4203477" cy="31325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531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6C780-72CC-497D-9F8D-52DAACFC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6A6262-548C-4AD8-920B-7E0EB5CF3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83E7C2-E33D-4AC2-9E6A-5553B704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97B95C-A16A-4E80-BFE9-EFCCA337A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907"/>
            <a:ext cx="8236492" cy="3171424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1DA0E2A-39FB-645C-7179-C8FFFF94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2224380"/>
            <a:ext cx="3610185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DOM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FDF588-A453-8770-FBE8-DC0396994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5180" y="2224381"/>
            <a:ext cx="3240576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kern="1200" dirty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Document Object Model</a:t>
            </a:r>
          </a:p>
        </p:txBody>
      </p:sp>
    </p:spTree>
    <p:extLst>
      <p:ext uri="{BB962C8B-B14F-4D97-AF65-F5344CB8AC3E}">
        <p14:creationId xmlns:p14="http://schemas.microsoft.com/office/powerpoint/2010/main" val="29027413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295636" cy="4480726"/>
          </a:xfrm>
        </p:spPr>
        <p:txBody>
          <a:bodyPr>
            <a:normAutofit/>
          </a:bodyPr>
          <a:lstStyle/>
          <a:p>
            <a:pPr algn="ctr"/>
            <a:r>
              <a:rPr lang="pt-BR" sz="3600" dirty="0"/>
              <a:t>DOM </a:t>
            </a:r>
            <a:r>
              <a:rPr lang="pt-BR" sz="3600" dirty="0" err="1"/>
              <a:t>Document</a:t>
            </a:r>
            <a:r>
              <a:rPr lang="pt-BR" sz="3600" dirty="0"/>
              <a:t> </a:t>
            </a:r>
            <a:r>
              <a:rPr lang="pt-BR" sz="3600" dirty="0" err="1"/>
              <a:t>Object</a:t>
            </a:r>
            <a:r>
              <a:rPr lang="pt-BR" sz="3600" dirty="0"/>
              <a:t> Model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9FCBE05-E963-41B2-97FD-8631A61EB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437" y="323519"/>
            <a:ext cx="5412983" cy="6212748"/>
          </a:xfrm>
          <a:custGeom>
            <a:avLst/>
            <a:gdLst>
              <a:gd name="connsiteX0" fmla="*/ 0 w 7217311"/>
              <a:gd name="connsiteY0" fmla="*/ 0 h 6212748"/>
              <a:gd name="connsiteX1" fmla="*/ 1121310 w 7217311"/>
              <a:gd name="connsiteY1" fmla="*/ 0 h 6212748"/>
              <a:gd name="connsiteX2" fmla="*/ 1837014 w 7217311"/>
              <a:gd name="connsiteY2" fmla="*/ 0 h 6212748"/>
              <a:gd name="connsiteX3" fmla="*/ 2893412 w 7217311"/>
              <a:gd name="connsiteY3" fmla="*/ 0 h 6212748"/>
              <a:gd name="connsiteX4" fmla="*/ 3635911 w 7217311"/>
              <a:gd name="connsiteY4" fmla="*/ 0 h 6212748"/>
              <a:gd name="connsiteX5" fmla="*/ 3635913 w 7217311"/>
              <a:gd name="connsiteY5" fmla="*/ 0 h 6212748"/>
              <a:gd name="connsiteX6" fmla="*/ 7217311 w 7217311"/>
              <a:gd name="connsiteY6" fmla="*/ 0 h 6212748"/>
              <a:gd name="connsiteX7" fmla="*/ 7217311 w 7217311"/>
              <a:gd name="connsiteY7" fmla="*/ 2864954 h 6212748"/>
              <a:gd name="connsiteX8" fmla="*/ 3773866 w 7217311"/>
              <a:gd name="connsiteY8" fmla="*/ 6212748 h 6212748"/>
              <a:gd name="connsiteX9" fmla="*/ 2893412 w 7217311"/>
              <a:gd name="connsiteY9" fmla="*/ 6212748 h 6212748"/>
              <a:gd name="connsiteX10" fmla="*/ 2893412 w 7217311"/>
              <a:gd name="connsiteY10" fmla="*/ 6210962 h 6212748"/>
              <a:gd name="connsiteX11" fmla="*/ 1837014 w 7217311"/>
              <a:gd name="connsiteY11" fmla="*/ 6210962 h 6212748"/>
              <a:gd name="connsiteX12" fmla="*/ 1837014 w 7217311"/>
              <a:gd name="connsiteY12" fmla="*/ 6212748 h 6212748"/>
              <a:gd name="connsiteX13" fmla="*/ 0 w 7217311"/>
              <a:gd name="connsiteY13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17311" h="6212748">
                <a:moveTo>
                  <a:pt x="0" y="0"/>
                </a:moveTo>
                <a:lnTo>
                  <a:pt x="1121310" y="0"/>
                </a:lnTo>
                <a:lnTo>
                  <a:pt x="1837014" y="0"/>
                </a:lnTo>
                <a:lnTo>
                  <a:pt x="2893412" y="0"/>
                </a:lnTo>
                <a:lnTo>
                  <a:pt x="3635911" y="0"/>
                </a:lnTo>
                <a:lnTo>
                  <a:pt x="3635913" y="0"/>
                </a:lnTo>
                <a:lnTo>
                  <a:pt x="7217311" y="0"/>
                </a:lnTo>
                <a:lnTo>
                  <a:pt x="7217311" y="2864954"/>
                </a:lnTo>
                <a:lnTo>
                  <a:pt x="3773866" y="6212748"/>
                </a:lnTo>
                <a:lnTo>
                  <a:pt x="2893412" y="6212748"/>
                </a:lnTo>
                <a:lnTo>
                  <a:pt x="2893412" y="6210962"/>
                </a:lnTo>
                <a:lnTo>
                  <a:pt x="1837014" y="6210962"/>
                </a:lnTo>
                <a:lnTo>
                  <a:pt x="1837014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233ACE-F3A1-4543-B9F4-425DDA579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568A3D7-0BB5-C5D5-4793-1BE442A639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38515064"/>
              </p:ext>
            </p:extLst>
          </p:nvPr>
        </p:nvGraphicFramePr>
        <p:xfrm>
          <a:off x="3825857" y="1008993"/>
          <a:ext cx="3807803" cy="476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B59419-07D6-2E96-A501-AE3FCECDE2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 – Selecionando Elementos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D76F6C4-3DA6-5AE2-99E1-E481CC406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1809428"/>
            <a:ext cx="7913200" cy="3842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700462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B59C97-5B03-D4F7-D2D6-3F90BE10A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041D0F-FC8E-F038-E8FA-861944E2C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DOM – Alterando Conteúdo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5AC6E468-F27F-AC6A-6A33-491F5F895F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" y="2753900"/>
            <a:ext cx="8132430" cy="1718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15053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AFE282-3B1B-0ABD-1E51-BB0CE61DB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DOM – Alterando Estilo</a:t>
            </a:r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03CFE9-BD3F-27FD-E74A-112E0F1DEC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192" y="1559600"/>
            <a:ext cx="8799615" cy="4861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3033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pt-BR" sz="2300"/>
              <a:t>getElementById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60303" y="1555737"/>
            <a:ext cx="4830237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HTML:</a:t>
            </a:r>
          </a:p>
          <a:p>
            <a:pPr marL="0" indent="0">
              <a:buNone/>
            </a:pPr>
            <a:r>
              <a:rPr lang="pt-BR" sz="2100" dirty="0"/>
              <a:t>&lt;</a:t>
            </a:r>
            <a:r>
              <a:rPr lang="pt-BR" sz="2100" dirty="0" err="1"/>
              <a:t>div</a:t>
            </a:r>
            <a:r>
              <a:rPr lang="pt-BR" sz="2100" dirty="0"/>
              <a:t> id="mensagem"&gt;Olá!&lt;/</a:t>
            </a:r>
            <a:r>
              <a:rPr lang="pt-BR" sz="2100" dirty="0" err="1"/>
              <a:t>div</a:t>
            </a:r>
            <a:r>
              <a:rPr lang="pt-BR" sz="2100" dirty="0"/>
              <a:t>&gt;</a:t>
            </a:r>
          </a:p>
          <a:p>
            <a:endParaRPr lang="pt-BR" sz="2100" dirty="0"/>
          </a:p>
          <a:p>
            <a:pPr marL="0" indent="0">
              <a:buNone/>
            </a:pPr>
            <a:r>
              <a:rPr lang="pt-BR" sz="2100" dirty="0"/>
              <a:t>JS:</a:t>
            </a:r>
          </a:p>
          <a:p>
            <a:pPr marL="0" indent="0">
              <a:buNone/>
            </a:pPr>
            <a:r>
              <a:rPr lang="pt-BR" sz="2100" dirty="0"/>
              <a:t>var </a:t>
            </a:r>
            <a:r>
              <a:rPr lang="pt-BR" sz="2100" dirty="0" err="1"/>
              <a:t>div</a:t>
            </a:r>
            <a:r>
              <a:rPr lang="pt-BR" sz="2100" dirty="0"/>
              <a:t> = </a:t>
            </a:r>
            <a:r>
              <a:rPr lang="pt-BR" sz="2100" dirty="0" err="1"/>
              <a:t>document.getElementById</a:t>
            </a:r>
            <a:r>
              <a:rPr lang="pt-BR" sz="2100" dirty="0"/>
              <a:t>("mensagem");</a:t>
            </a:r>
          </a:p>
          <a:p>
            <a:pPr marL="0" indent="0">
              <a:buNone/>
            </a:pPr>
            <a:r>
              <a:rPr lang="pt-BR" sz="2100" dirty="0" err="1"/>
              <a:t>div.innerText</a:t>
            </a:r>
            <a:r>
              <a:rPr lang="pt-BR" sz="2100" dirty="0"/>
              <a:t> = "Bem-vindo!";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pt-BR" sz="2700"/>
              <a:t>querySelector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4" y="1648870"/>
            <a:ext cx="4089371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HTML:</a:t>
            </a:r>
          </a:p>
          <a:p>
            <a:pPr marL="0" indent="0">
              <a:buNone/>
            </a:pPr>
            <a:r>
              <a:rPr lang="pt-BR" sz="2100" dirty="0"/>
              <a:t>&lt;p </a:t>
            </a:r>
            <a:r>
              <a:rPr lang="pt-BR" sz="2100"/>
              <a:t>class</a:t>
            </a:r>
            <a:r>
              <a:rPr lang="pt-BR" sz="2100" dirty="0"/>
              <a:t>="</a:t>
            </a:r>
            <a:r>
              <a:rPr lang="pt-BR" sz="2100"/>
              <a:t>info</a:t>
            </a:r>
            <a:r>
              <a:rPr lang="pt-BR" sz="2100" dirty="0"/>
              <a:t>"&gt;Texto aqui&lt;/p&gt;</a:t>
            </a:r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r>
              <a:rPr lang="pt-BR" sz="2100" dirty="0"/>
              <a:t>JS:</a:t>
            </a:r>
          </a:p>
          <a:p>
            <a:pPr marL="0" indent="0">
              <a:buNone/>
            </a:pPr>
            <a:r>
              <a:rPr lang="pt-BR" sz="2100" dirty="0"/>
              <a:t>var paragrafo = </a:t>
            </a:r>
            <a:r>
              <a:rPr lang="pt-BR" sz="2100"/>
              <a:t>document.querySelector</a:t>
            </a:r>
            <a:r>
              <a:rPr lang="pt-BR" sz="2100" dirty="0"/>
              <a:t>(".</a:t>
            </a:r>
            <a:r>
              <a:rPr lang="pt-BR" sz="2100"/>
              <a:t>info</a:t>
            </a:r>
            <a:r>
              <a:rPr lang="pt-BR" sz="2100" dirty="0"/>
              <a:t>");</a:t>
            </a:r>
          </a:p>
          <a:p>
            <a:pPr marL="0" indent="0">
              <a:buNone/>
            </a:pPr>
            <a:r>
              <a:rPr lang="pt-BR" sz="2100"/>
              <a:t>paragrafo.style.color</a:t>
            </a:r>
            <a:r>
              <a:rPr lang="pt-BR" sz="2100" dirty="0"/>
              <a:t> = "blue";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Triangle 27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pt-BR" sz="2300"/>
              <a:t>addEventListener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3866" y="1648870"/>
            <a:ext cx="4830410" cy="3560260"/>
          </a:xfrm>
        </p:spPr>
        <p:txBody>
          <a:bodyPr vert="horz" lIns="91440" tIns="45720" rIns="91440" bIns="45720" rtlCol="0" anchor="ctr">
            <a:normAutofit lnSpcReduction="10000"/>
          </a:bodyPr>
          <a:lstStyle/>
          <a:p>
            <a:pPr marL="0" indent="0">
              <a:buNone/>
            </a:pPr>
            <a:r>
              <a:rPr lang="pt-BR" sz="1800" dirty="0"/>
              <a:t>HTML:</a:t>
            </a:r>
          </a:p>
          <a:p>
            <a:pPr marL="0" indent="0">
              <a:buNone/>
            </a:pPr>
            <a:r>
              <a:rPr lang="pt-BR" sz="1800" dirty="0"/>
              <a:t>&lt;</a:t>
            </a:r>
            <a:r>
              <a:rPr lang="pt-BR" sz="1800" dirty="0" err="1"/>
              <a:t>button</a:t>
            </a:r>
            <a:r>
              <a:rPr lang="pt-BR" sz="1800" dirty="0"/>
              <a:t> id="</a:t>
            </a:r>
            <a:r>
              <a:rPr lang="pt-BR" sz="1800" dirty="0" err="1"/>
              <a:t>btn</a:t>
            </a:r>
            <a:r>
              <a:rPr lang="pt-BR" sz="1800" dirty="0"/>
              <a:t>"&gt;Clique&lt;/</a:t>
            </a:r>
            <a:r>
              <a:rPr lang="pt-BR" sz="1800" dirty="0" err="1"/>
              <a:t>button</a:t>
            </a:r>
            <a:r>
              <a:rPr lang="pt-BR" sz="1800" dirty="0"/>
              <a:t>&gt;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JS:</a:t>
            </a:r>
          </a:p>
          <a:p>
            <a:pPr marL="0" indent="0">
              <a:buNone/>
            </a:pPr>
            <a:r>
              <a:rPr lang="pt-BR" sz="1800" dirty="0"/>
              <a:t>var </a:t>
            </a:r>
            <a:r>
              <a:rPr lang="pt-BR" sz="1800" dirty="0" err="1"/>
              <a:t>botao</a:t>
            </a:r>
            <a:r>
              <a:rPr lang="pt-BR" sz="1800" dirty="0"/>
              <a:t> = </a:t>
            </a:r>
            <a:r>
              <a:rPr lang="pt-BR" sz="1800" dirty="0" err="1"/>
              <a:t>document.getElementById</a:t>
            </a:r>
            <a:r>
              <a:rPr lang="pt-BR" sz="1800" dirty="0"/>
              <a:t>("</a:t>
            </a:r>
            <a:r>
              <a:rPr lang="pt-BR" sz="1800" dirty="0" err="1"/>
              <a:t>btn</a:t>
            </a:r>
            <a:r>
              <a:rPr lang="pt-BR" sz="1800" dirty="0"/>
              <a:t>");</a:t>
            </a:r>
          </a:p>
          <a:p>
            <a:pPr marL="0" indent="0">
              <a:buNone/>
            </a:pPr>
            <a:r>
              <a:rPr lang="pt-BR" sz="1800" dirty="0" err="1"/>
              <a:t>botao.addEventListener</a:t>
            </a:r>
            <a:r>
              <a:rPr lang="pt-BR" sz="1800" dirty="0"/>
              <a:t>("click", mostrar);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 err="1"/>
              <a:t>function</a:t>
            </a:r>
            <a:r>
              <a:rPr lang="pt-BR" sz="1800" dirty="0"/>
              <a:t> mostrar() {</a:t>
            </a:r>
          </a:p>
          <a:p>
            <a:pPr marL="0" indent="0">
              <a:buNone/>
            </a:pPr>
            <a:r>
              <a:rPr lang="pt-BR" sz="1800" dirty="0"/>
              <a:t>  </a:t>
            </a:r>
            <a:r>
              <a:rPr lang="pt-BR" sz="1800" dirty="0" err="1"/>
              <a:t>alert</a:t>
            </a:r>
            <a:r>
              <a:rPr lang="pt-BR" sz="1800" dirty="0"/>
              <a:t>("Você clicou!");</a:t>
            </a:r>
          </a:p>
          <a:p>
            <a:pPr marL="0" indent="0">
              <a:buNone/>
            </a:pPr>
            <a:r>
              <a:rPr lang="pt-BR" sz="1800" dirty="0"/>
              <a:t>}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93898FF-D987-4B0E-BFB4-85F5EB356D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C96C780-72CC-497D-9F8D-52DAACFC4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5F6A6262-548C-4AD8-920B-7E0EB5CF31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1714" cy="686238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483E7C2-E33D-4AC2-9E6A-5553B70497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197B95C-A16A-4E80-BFE9-EFCCA337AF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838907"/>
            <a:ext cx="8236492" cy="3171424"/>
          </a:xfrm>
          <a:prstGeom prst="rect">
            <a:avLst/>
          </a:prstGeom>
          <a:solidFill>
            <a:schemeClr val="bg1"/>
          </a:solidFill>
          <a:ln w="349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E1DA0E2A-39FB-645C-7179-C8FFFF94E5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8635" y="2224380"/>
            <a:ext cx="3610185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JSON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FDF588-A453-8770-FBE8-DC0396994A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635180" y="2224381"/>
            <a:ext cx="3240576" cy="2400476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1700" kern="120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rPr>
              <a:t>Objetos e JSON em Javascript</a:t>
            </a:r>
          </a:p>
        </p:txBody>
      </p:sp>
    </p:spTree>
    <p:extLst>
      <p:ext uri="{BB962C8B-B14F-4D97-AF65-F5344CB8AC3E}">
        <p14:creationId xmlns:p14="http://schemas.microsoft.com/office/powerpoint/2010/main" val="234085872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ctr"/>
            <a:r>
              <a:rPr lang="pt-BR" sz="5700" dirty="0"/>
              <a:t>O que é JSON?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91952" y="1277344"/>
            <a:ext cx="4395730" cy="4480726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1800" dirty="0"/>
              <a:t>JSON = </a:t>
            </a:r>
            <a:r>
              <a:rPr lang="pt-BR" sz="1800" dirty="0" err="1"/>
              <a:t>JavaScript</a:t>
            </a:r>
            <a:r>
              <a:rPr lang="pt-BR" sz="1800" dirty="0"/>
              <a:t> </a:t>
            </a:r>
            <a:r>
              <a:rPr lang="pt-BR" sz="1800" dirty="0" err="1"/>
              <a:t>Object</a:t>
            </a:r>
            <a:r>
              <a:rPr lang="pt-BR" sz="1800" dirty="0"/>
              <a:t> </a:t>
            </a:r>
            <a:r>
              <a:rPr lang="pt-BR" sz="1800" dirty="0" err="1"/>
              <a:t>Notation</a:t>
            </a:r>
            <a:endParaRPr lang="pt-BR" sz="1800" dirty="0"/>
          </a:p>
          <a:p>
            <a:pPr marL="0" indent="0">
              <a:buNone/>
            </a:pPr>
            <a:r>
              <a:rPr lang="pt-BR" sz="1800" dirty="0"/>
              <a:t>Formato leve de troca de dados</a:t>
            </a:r>
          </a:p>
          <a:p>
            <a:pPr marL="0" indent="0">
              <a:buNone/>
            </a:pPr>
            <a:r>
              <a:rPr lang="pt-BR" sz="1800" dirty="0"/>
              <a:t>Sintaxe: “chave”: “valor”</a:t>
            </a:r>
          </a:p>
          <a:p>
            <a:pPr marL="0" indent="0">
              <a:buNone/>
            </a:pPr>
            <a:endParaRPr lang="pt-BR" sz="1800" dirty="0"/>
          </a:p>
          <a:p>
            <a:pPr marL="0" indent="0">
              <a:buNone/>
            </a:pPr>
            <a:r>
              <a:rPr lang="pt-BR" sz="1800" dirty="0"/>
              <a:t>Exemplo:</a:t>
            </a:r>
          </a:p>
          <a:p>
            <a:pPr marL="0" indent="0">
              <a:buNone/>
            </a:pPr>
            <a:r>
              <a:rPr lang="pt-BR" sz="1800" dirty="0"/>
              <a:t>{</a:t>
            </a:r>
          </a:p>
          <a:p>
            <a:pPr marL="0" indent="0">
              <a:buNone/>
            </a:pPr>
            <a:r>
              <a:rPr lang="pt-BR" sz="1800" dirty="0"/>
              <a:t>  "nome": "João",</a:t>
            </a:r>
          </a:p>
          <a:p>
            <a:pPr marL="0" indent="0">
              <a:buNone/>
            </a:pPr>
            <a:r>
              <a:rPr lang="pt-BR" sz="1800" dirty="0"/>
              <a:t>  "idade": 25</a:t>
            </a:r>
          </a:p>
          <a:p>
            <a:pPr marL="0" indent="0">
              <a:buNone/>
            </a:pPr>
            <a:r>
              <a:rPr lang="pt-BR" sz="1800" dirty="0"/>
              <a:t>}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7570470" cy="1618489"/>
          </a:xfrm>
        </p:spPr>
        <p:txBody>
          <a:bodyPr anchor="ctr">
            <a:normAutofit/>
          </a:bodyPr>
          <a:lstStyle/>
          <a:p>
            <a:r>
              <a:rPr lang="pt-BR" sz="6300" dirty="0"/>
              <a:t>JSON versus Objeto JS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1900" dirty="0"/>
              <a:t>var pessoa = {</a:t>
            </a:r>
          </a:p>
          <a:p>
            <a:pPr marL="0" indent="0">
              <a:buNone/>
            </a:pPr>
            <a:r>
              <a:rPr lang="pt-BR" sz="1900" dirty="0"/>
              <a:t>  nome: "Ana",</a:t>
            </a:r>
          </a:p>
          <a:p>
            <a:pPr marL="0" indent="0">
              <a:buNone/>
            </a:pPr>
            <a:r>
              <a:rPr lang="pt-BR" sz="1900" dirty="0"/>
              <a:t>  idade: 30</a:t>
            </a:r>
          </a:p>
          <a:p>
            <a:pPr marL="0" indent="0">
              <a:buNone/>
            </a:pPr>
            <a:r>
              <a:rPr lang="pt-BR" sz="1900" dirty="0"/>
              <a:t>};</a:t>
            </a:r>
          </a:p>
          <a:p>
            <a:pPr marL="0" indent="0">
              <a:buNone/>
            </a:pPr>
            <a:endParaRPr lang="pt-BR" sz="1900" dirty="0"/>
          </a:p>
          <a:p>
            <a:pPr marL="0" indent="0">
              <a:buNone/>
            </a:pPr>
            <a:r>
              <a:rPr lang="pt-BR" sz="1900" dirty="0"/>
              <a:t>var </a:t>
            </a:r>
            <a:r>
              <a:rPr lang="pt-BR" sz="1900" dirty="0" err="1"/>
              <a:t>json</a:t>
            </a:r>
            <a:r>
              <a:rPr lang="pt-BR" sz="1900" dirty="0"/>
              <a:t> = </a:t>
            </a:r>
            <a:r>
              <a:rPr lang="pt-BR" sz="1900" dirty="0" err="1"/>
              <a:t>JSON.stringify</a:t>
            </a:r>
            <a:r>
              <a:rPr lang="pt-BR" sz="1900" dirty="0"/>
              <a:t>(pessoa);</a:t>
            </a:r>
          </a:p>
          <a:p>
            <a:pPr marL="0" indent="0">
              <a:buNone/>
            </a:pPr>
            <a:r>
              <a:rPr lang="pt-BR" sz="1900" dirty="0"/>
              <a:t>var </a:t>
            </a:r>
            <a:r>
              <a:rPr lang="pt-BR" sz="1900" dirty="0" err="1"/>
              <a:t>obj</a:t>
            </a:r>
            <a:r>
              <a:rPr lang="pt-BR" sz="1900" dirty="0"/>
              <a:t> = </a:t>
            </a:r>
            <a:r>
              <a:rPr lang="pt-BR" sz="1900" dirty="0" err="1"/>
              <a:t>JSON.parse</a:t>
            </a:r>
            <a:r>
              <a:rPr lang="pt-BR" sz="1900" dirty="0"/>
              <a:t>(</a:t>
            </a:r>
            <a:r>
              <a:rPr lang="pt-BR" sz="1900" dirty="0" err="1"/>
              <a:t>json</a:t>
            </a:r>
            <a:r>
              <a:rPr lang="pt-BR" sz="1900" dirty="0"/>
              <a:t>);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pt-BR" sz="6300"/>
              <a:t>Acessando 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pt-BR" sz="1900" dirty="0"/>
              <a:t>var carro = {</a:t>
            </a:r>
          </a:p>
          <a:p>
            <a:pPr marL="0" indent="0">
              <a:buNone/>
            </a:pPr>
            <a:r>
              <a:rPr lang="pt-BR" sz="1900" dirty="0"/>
              <a:t>  marca: "Fiat",</a:t>
            </a:r>
          </a:p>
          <a:p>
            <a:pPr marL="0" indent="0">
              <a:buNone/>
            </a:pPr>
            <a:r>
              <a:rPr lang="pt-BR" sz="1900" dirty="0"/>
              <a:t>  modelo: "Uno"</a:t>
            </a:r>
          </a:p>
          <a:p>
            <a:pPr marL="0" indent="0">
              <a:buNone/>
            </a:pPr>
            <a:r>
              <a:rPr lang="pt-BR" sz="1900" dirty="0"/>
              <a:t>};</a:t>
            </a:r>
          </a:p>
          <a:p>
            <a:pPr marL="0" indent="0">
              <a:buNone/>
            </a:pPr>
            <a:endParaRPr lang="pt-BR" sz="1900" dirty="0"/>
          </a:p>
          <a:p>
            <a:pPr marL="0" indent="0">
              <a:buNone/>
            </a:pPr>
            <a:r>
              <a:rPr lang="pt-BR" sz="1900" dirty="0"/>
              <a:t>console.log(</a:t>
            </a:r>
            <a:r>
              <a:rPr lang="pt-BR" sz="1900" dirty="0" err="1"/>
              <a:t>carro.marca</a:t>
            </a:r>
            <a:r>
              <a:rPr lang="pt-BR" sz="1900" dirty="0"/>
              <a:t>);</a:t>
            </a:r>
          </a:p>
          <a:p>
            <a:pPr marL="0" indent="0">
              <a:buNone/>
            </a:pPr>
            <a:r>
              <a:rPr lang="pt-BR" sz="1900" dirty="0"/>
              <a:t>console.log(carro["modelo"]);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pt-BR" sz="3100"/>
              <a:t>Percorrendo os valores do JSON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8947" y="1016604"/>
            <a:ext cx="4592949" cy="4821223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000" dirty="0"/>
              <a:t>var livro = {</a:t>
            </a:r>
          </a:p>
          <a:p>
            <a:pPr marL="0" indent="0">
              <a:buNone/>
            </a:pPr>
            <a:r>
              <a:rPr lang="pt-BR" sz="2000" dirty="0"/>
              <a:t>  titulo: "HTML5",</a:t>
            </a:r>
          </a:p>
          <a:p>
            <a:pPr marL="0" indent="0">
              <a:buNone/>
            </a:pPr>
            <a:r>
              <a:rPr lang="pt-BR" sz="2000" dirty="0"/>
              <a:t>  paginas: 120</a:t>
            </a:r>
          </a:p>
          <a:p>
            <a:pPr marL="0" indent="0">
              <a:buNone/>
            </a:pPr>
            <a:r>
              <a:rPr lang="pt-BR" sz="2000" dirty="0"/>
              <a:t>};</a:t>
            </a:r>
          </a:p>
          <a:p>
            <a:pPr marL="0" indent="0">
              <a:buNone/>
            </a:pPr>
            <a:endParaRPr lang="pt-BR" sz="2000" dirty="0"/>
          </a:p>
          <a:p>
            <a:pPr marL="0" indent="0">
              <a:buNone/>
            </a:pPr>
            <a:r>
              <a:rPr lang="pt-BR" sz="2000" dirty="0"/>
              <a:t>for (var chave in livro) {</a:t>
            </a:r>
          </a:p>
          <a:p>
            <a:pPr marL="0" indent="0">
              <a:buNone/>
            </a:pPr>
            <a:r>
              <a:rPr lang="pt-BR" sz="2000" dirty="0"/>
              <a:t>  </a:t>
            </a:r>
            <a:r>
              <a:rPr lang="pt-BR" sz="2000" dirty="0" err="1"/>
              <a:t>if</a:t>
            </a:r>
            <a:r>
              <a:rPr lang="pt-BR" sz="2000" dirty="0"/>
              <a:t> (</a:t>
            </a:r>
            <a:r>
              <a:rPr lang="pt-BR" sz="2000" dirty="0" err="1"/>
              <a:t>livro.hasOwnProperty</a:t>
            </a:r>
            <a:r>
              <a:rPr lang="pt-BR" sz="2000" dirty="0"/>
              <a:t>(chave)) {</a:t>
            </a:r>
          </a:p>
          <a:p>
            <a:pPr marL="0" indent="0">
              <a:buNone/>
            </a:pPr>
            <a:r>
              <a:rPr lang="pt-BR" sz="2000" dirty="0"/>
              <a:t>    console.log(chave + ": " + livro[chave]);</a:t>
            </a:r>
          </a:p>
          <a:p>
            <a:pPr marL="0" indent="0">
              <a:buNone/>
            </a:pPr>
            <a:r>
              <a:rPr lang="pt-BR" sz="2000" dirty="0"/>
              <a:t>  }</a:t>
            </a:r>
          </a:p>
          <a:p>
            <a:pPr marL="0" indent="0">
              <a:buNone/>
            </a:pPr>
            <a:r>
              <a:rPr lang="pt-BR" sz="2000" dirty="0"/>
              <a:t>}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652" y="1443390"/>
            <a:ext cx="2451162" cy="3405880"/>
          </a:xfrm>
        </p:spPr>
        <p:txBody>
          <a:bodyPr>
            <a:normAutofit/>
          </a:bodyPr>
          <a:lstStyle/>
          <a:p>
            <a:r>
              <a:rPr lang="pt-BR" sz="4000"/>
              <a:t>Objetos Aninhados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1266614"/>
            <a:ext cx="4326918" cy="37594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var </a:t>
            </a:r>
            <a:r>
              <a:rPr lang="pt-BR" sz="2100" dirty="0" err="1"/>
              <a:t>usuario</a:t>
            </a:r>
            <a:r>
              <a:rPr lang="pt-BR" sz="2100" dirty="0"/>
              <a:t> = {</a:t>
            </a:r>
          </a:p>
          <a:p>
            <a:pPr marL="0" indent="0">
              <a:buNone/>
            </a:pPr>
            <a:r>
              <a:rPr lang="pt-BR" sz="2100" dirty="0"/>
              <a:t>  nome: "Carlos",</a:t>
            </a:r>
          </a:p>
          <a:p>
            <a:pPr marL="0" indent="0">
              <a:buNone/>
            </a:pPr>
            <a:r>
              <a:rPr lang="pt-BR" sz="2100" dirty="0"/>
              <a:t>  </a:t>
            </a:r>
            <a:r>
              <a:rPr lang="pt-BR" sz="2100" dirty="0" err="1"/>
              <a:t>endereco</a:t>
            </a:r>
            <a:r>
              <a:rPr lang="pt-BR" sz="2100" dirty="0"/>
              <a:t>: {</a:t>
            </a:r>
          </a:p>
          <a:p>
            <a:pPr marL="0" indent="0">
              <a:buNone/>
            </a:pPr>
            <a:r>
              <a:rPr lang="pt-BR" sz="2100" dirty="0"/>
              <a:t>    cidade: "BH",</a:t>
            </a:r>
          </a:p>
          <a:p>
            <a:pPr marL="0" indent="0">
              <a:buNone/>
            </a:pPr>
            <a:r>
              <a:rPr lang="pt-BR" sz="2100" dirty="0"/>
              <a:t>    estado: "MG"</a:t>
            </a:r>
          </a:p>
          <a:p>
            <a:pPr marL="0" indent="0">
              <a:buNone/>
            </a:pPr>
            <a:r>
              <a:rPr lang="pt-BR" sz="2100" dirty="0"/>
              <a:t>  }</a:t>
            </a:r>
          </a:p>
          <a:p>
            <a:pPr marL="0" indent="0">
              <a:buNone/>
            </a:pPr>
            <a:r>
              <a:rPr lang="pt-BR" sz="2100" dirty="0"/>
              <a:t>};</a:t>
            </a:r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r>
              <a:rPr lang="pt-BR" sz="2100" dirty="0"/>
              <a:t>console.log(</a:t>
            </a:r>
            <a:r>
              <a:rPr lang="pt-BR" sz="2100" dirty="0" err="1"/>
              <a:t>usuario.endereco.cidade</a:t>
            </a:r>
            <a:r>
              <a:rPr lang="pt-BR" sz="2100" dirty="0"/>
              <a:t>);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652" y="1443390"/>
            <a:ext cx="2451162" cy="3405880"/>
          </a:xfrm>
        </p:spPr>
        <p:txBody>
          <a:bodyPr>
            <a:normAutofit/>
          </a:bodyPr>
          <a:lstStyle/>
          <a:p>
            <a:r>
              <a:rPr lang="pt-BR" sz="5200"/>
              <a:t>JSON com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1266614"/>
            <a:ext cx="4326918" cy="37594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var alunos = [</a:t>
            </a:r>
          </a:p>
          <a:p>
            <a:pPr marL="0" indent="0">
              <a:buNone/>
            </a:pPr>
            <a:r>
              <a:rPr lang="pt-BR" sz="2100" dirty="0"/>
              <a:t>  { nome: "João", idade: 20 },</a:t>
            </a:r>
          </a:p>
          <a:p>
            <a:pPr marL="0" indent="0">
              <a:buNone/>
            </a:pPr>
            <a:r>
              <a:rPr lang="pt-BR" sz="2100" dirty="0"/>
              <a:t>  { nome: "Maria", idade: 22 }</a:t>
            </a:r>
          </a:p>
          <a:p>
            <a:pPr marL="0" indent="0">
              <a:buNone/>
            </a:pPr>
            <a:r>
              <a:rPr lang="pt-BR" sz="2100" dirty="0"/>
              <a:t>];</a:t>
            </a:r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r>
              <a:rPr lang="pt-BR" sz="2100" dirty="0"/>
              <a:t>for (var i = 0; i &lt; </a:t>
            </a:r>
            <a:r>
              <a:rPr lang="pt-BR" sz="2100" dirty="0" err="1"/>
              <a:t>alunos.length</a:t>
            </a:r>
            <a:r>
              <a:rPr lang="pt-BR" sz="2100" dirty="0"/>
              <a:t>; i++) {</a:t>
            </a:r>
          </a:p>
          <a:p>
            <a:pPr marL="0" indent="0">
              <a:buNone/>
            </a:pPr>
            <a:r>
              <a:rPr lang="pt-BR" sz="2100" dirty="0"/>
              <a:t>  console.log(alunos[i].nome);</a:t>
            </a:r>
          </a:p>
          <a:p>
            <a:pPr marL="0" indent="0">
              <a:buNone/>
            </a:pPr>
            <a:r>
              <a:rPr lang="pt-BR" sz="2100" dirty="0"/>
              <a:t>}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19652" y="1443390"/>
            <a:ext cx="2451162" cy="3405880"/>
          </a:xfrm>
        </p:spPr>
        <p:txBody>
          <a:bodyPr>
            <a:normAutofit/>
          </a:bodyPr>
          <a:lstStyle/>
          <a:p>
            <a:pPr algn="ctr"/>
            <a:r>
              <a:rPr lang="pt-BR" sz="5200" dirty="0" err="1"/>
              <a:t>Array</a:t>
            </a:r>
            <a:r>
              <a:rPr lang="pt-BR" sz="5200" dirty="0"/>
              <a:t> </a:t>
            </a:r>
            <a:br>
              <a:rPr lang="pt-BR" sz="5200" dirty="0"/>
            </a:br>
            <a:r>
              <a:rPr lang="pt-BR" sz="5200" dirty="0"/>
              <a:t>no </a:t>
            </a:r>
            <a:br>
              <a:rPr lang="pt-BR" sz="5200" dirty="0"/>
            </a:br>
            <a:r>
              <a:rPr lang="pt-BR" sz="5200" dirty="0"/>
              <a:t>JSON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6978" y="1266614"/>
            <a:ext cx="4326918" cy="3759434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var curso = {</a:t>
            </a:r>
          </a:p>
          <a:p>
            <a:pPr marL="0" indent="0">
              <a:buNone/>
            </a:pPr>
            <a:r>
              <a:rPr lang="pt-BR" sz="2100" dirty="0"/>
              <a:t>  nome: "Web",</a:t>
            </a:r>
          </a:p>
          <a:p>
            <a:pPr marL="0" indent="0">
              <a:buNone/>
            </a:pPr>
            <a:r>
              <a:rPr lang="pt-BR" sz="2100" dirty="0"/>
              <a:t>  </a:t>
            </a:r>
            <a:r>
              <a:rPr lang="pt-BR" sz="2100" dirty="0" err="1"/>
              <a:t>modulos</a:t>
            </a:r>
            <a:r>
              <a:rPr lang="pt-BR" sz="2100" dirty="0"/>
              <a:t>: ["HTML", "CSS", "JS"]</a:t>
            </a:r>
          </a:p>
          <a:p>
            <a:pPr marL="0" indent="0">
              <a:buNone/>
            </a:pPr>
            <a:r>
              <a:rPr lang="pt-BR" sz="2100" dirty="0"/>
              <a:t>};</a:t>
            </a:r>
          </a:p>
          <a:p>
            <a:pPr marL="0" indent="0">
              <a:buNone/>
            </a:pPr>
            <a:endParaRPr lang="pt-BR" sz="2100" dirty="0"/>
          </a:p>
          <a:p>
            <a:pPr marL="0" indent="0">
              <a:buNone/>
            </a:pPr>
            <a:r>
              <a:rPr lang="pt-BR" sz="2100" dirty="0"/>
              <a:t>for (var i = 0; i &lt; </a:t>
            </a:r>
            <a:r>
              <a:rPr lang="pt-BR" sz="2100" dirty="0" err="1"/>
              <a:t>curso.modulos.length</a:t>
            </a:r>
            <a:r>
              <a:rPr lang="pt-BR" sz="2100" dirty="0"/>
              <a:t>; i++) {</a:t>
            </a:r>
          </a:p>
          <a:p>
            <a:pPr marL="0" indent="0">
              <a:buNone/>
            </a:pPr>
            <a:r>
              <a:rPr lang="pt-BR" sz="2100" dirty="0"/>
              <a:t>  console.log(</a:t>
            </a:r>
            <a:r>
              <a:rPr lang="pt-BR" sz="2100" dirty="0" err="1"/>
              <a:t>curso.modulos</a:t>
            </a:r>
            <a:r>
              <a:rPr lang="pt-BR" sz="2100" dirty="0"/>
              <a:t>[i]);</a:t>
            </a:r>
          </a:p>
          <a:p>
            <a:pPr marL="0" indent="0">
              <a:buNone/>
            </a:pPr>
            <a:r>
              <a:rPr lang="pt-BR" sz="2100" dirty="0"/>
              <a:t>}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ight Triangle 16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14096DD-839D-CD24-DE81-6EF476E48C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b="1" kern="1200">
                <a:latin typeface="+mj-lt"/>
                <a:ea typeface="+mj-ea"/>
                <a:cs typeface="+mj-cs"/>
              </a:rPr>
              <a:t>Transformando Formulário em JSON (HTML)</a:t>
            </a:r>
            <a:endParaRPr lang="en-US" kern="1200"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14F65FD-7570-7DB9-46CF-4A5C2F62D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3930" y="2969469"/>
            <a:ext cx="7570470" cy="280039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pt-BR" sz="2000" dirty="0"/>
              <a:t>&lt;</a:t>
            </a:r>
            <a:r>
              <a:rPr lang="pt-BR" sz="2000" dirty="0" err="1"/>
              <a:t>form</a:t>
            </a:r>
            <a:r>
              <a:rPr lang="pt-BR" sz="2000" dirty="0"/>
              <a:t> id="cadastro"&gt;</a:t>
            </a:r>
          </a:p>
          <a:p>
            <a:pPr marL="0" indent="0">
              <a:buNone/>
            </a:pPr>
            <a:r>
              <a:rPr lang="pt-BR" sz="2000" dirty="0"/>
              <a:t>  &lt;input </a:t>
            </a:r>
            <a:r>
              <a:rPr lang="pt-BR" sz="2000" dirty="0" err="1"/>
              <a:t>type</a:t>
            </a:r>
            <a:r>
              <a:rPr lang="pt-BR" sz="2000" dirty="0"/>
              <a:t>="</a:t>
            </a:r>
            <a:r>
              <a:rPr lang="pt-BR" sz="2000" dirty="0" err="1"/>
              <a:t>text</a:t>
            </a:r>
            <a:r>
              <a:rPr lang="pt-BR" sz="2000" dirty="0"/>
              <a:t>" </a:t>
            </a:r>
            <a:r>
              <a:rPr lang="pt-BR" sz="2000" dirty="0" err="1"/>
              <a:t>name</a:t>
            </a:r>
            <a:r>
              <a:rPr lang="pt-BR" sz="2000" dirty="0"/>
              <a:t>="nome" </a:t>
            </a:r>
            <a:r>
              <a:rPr lang="pt-BR" sz="2000" dirty="0" err="1"/>
              <a:t>placeholder</a:t>
            </a:r>
            <a:r>
              <a:rPr lang="pt-BR" sz="2000" dirty="0"/>
              <a:t>="Nome" </a:t>
            </a:r>
            <a:r>
              <a:rPr lang="pt-BR" sz="2000" dirty="0" err="1"/>
              <a:t>required</a:t>
            </a:r>
            <a:r>
              <a:rPr lang="pt-BR" sz="2000" dirty="0"/>
              <a:t>&gt;</a:t>
            </a:r>
          </a:p>
          <a:p>
            <a:pPr marL="0" indent="0">
              <a:buNone/>
            </a:pPr>
            <a:r>
              <a:rPr lang="pt-BR" sz="2000" dirty="0"/>
              <a:t>  &lt;input </a:t>
            </a:r>
            <a:r>
              <a:rPr lang="pt-BR" sz="2000" dirty="0" err="1"/>
              <a:t>type</a:t>
            </a:r>
            <a:r>
              <a:rPr lang="pt-BR" sz="2000" dirty="0"/>
              <a:t>="</a:t>
            </a:r>
            <a:r>
              <a:rPr lang="pt-BR" sz="2000" dirty="0" err="1"/>
              <a:t>email</a:t>
            </a:r>
            <a:r>
              <a:rPr lang="pt-BR" sz="2000" dirty="0"/>
              <a:t>" </a:t>
            </a:r>
            <a:r>
              <a:rPr lang="pt-BR" sz="2000" dirty="0" err="1"/>
              <a:t>name</a:t>
            </a:r>
            <a:r>
              <a:rPr lang="pt-BR" sz="2000" dirty="0"/>
              <a:t>="</a:t>
            </a:r>
            <a:r>
              <a:rPr lang="pt-BR" sz="2000" dirty="0" err="1"/>
              <a:t>email</a:t>
            </a:r>
            <a:r>
              <a:rPr lang="pt-BR" sz="2000" dirty="0"/>
              <a:t>" </a:t>
            </a:r>
            <a:r>
              <a:rPr lang="pt-BR" sz="2000" dirty="0" err="1"/>
              <a:t>placeholder</a:t>
            </a:r>
            <a:r>
              <a:rPr lang="pt-BR" sz="2000" dirty="0"/>
              <a:t>="Email"&gt;</a:t>
            </a:r>
          </a:p>
          <a:p>
            <a:pPr marL="0" indent="0">
              <a:buNone/>
            </a:pPr>
            <a:r>
              <a:rPr lang="pt-BR" sz="2000" dirty="0"/>
              <a:t>  &lt;input </a:t>
            </a:r>
            <a:r>
              <a:rPr lang="pt-BR" sz="2000" dirty="0" err="1"/>
              <a:t>type</a:t>
            </a:r>
            <a:r>
              <a:rPr lang="pt-BR" sz="2000" dirty="0"/>
              <a:t>="</a:t>
            </a:r>
            <a:r>
              <a:rPr lang="pt-BR" sz="2000" dirty="0" err="1"/>
              <a:t>number</a:t>
            </a:r>
            <a:r>
              <a:rPr lang="pt-BR" sz="2000" dirty="0"/>
              <a:t>" </a:t>
            </a:r>
            <a:r>
              <a:rPr lang="pt-BR" sz="2000" dirty="0" err="1"/>
              <a:t>name</a:t>
            </a:r>
            <a:r>
              <a:rPr lang="pt-BR" sz="2000" dirty="0"/>
              <a:t>="idade" </a:t>
            </a:r>
            <a:r>
              <a:rPr lang="pt-BR" sz="2000" dirty="0" err="1"/>
              <a:t>placeholder</a:t>
            </a:r>
            <a:r>
              <a:rPr lang="pt-BR" sz="2000" dirty="0"/>
              <a:t>="Idade"&gt;</a:t>
            </a:r>
          </a:p>
          <a:p>
            <a:pPr marL="0" indent="0">
              <a:buNone/>
            </a:pPr>
            <a:r>
              <a:rPr lang="pt-BR" sz="2000" dirty="0"/>
              <a:t>  &lt;</a:t>
            </a:r>
            <a:r>
              <a:rPr lang="pt-BR" sz="2000" dirty="0" err="1"/>
              <a:t>button</a:t>
            </a:r>
            <a:r>
              <a:rPr lang="pt-BR" sz="2000" dirty="0"/>
              <a:t> </a:t>
            </a:r>
            <a:r>
              <a:rPr lang="pt-BR" sz="2000" dirty="0" err="1"/>
              <a:t>type</a:t>
            </a:r>
            <a:r>
              <a:rPr lang="pt-BR" sz="2000" dirty="0"/>
              <a:t>="</a:t>
            </a:r>
            <a:r>
              <a:rPr lang="pt-BR" sz="2000" dirty="0" err="1"/>
              <a:t>submit</a:t>
            </a:r>
            <a:r>
              <a:rPr lang="pt-BR" sz="2000" dirty="0"/>
              <a:t>"&gt;Salvar&lt;/</a:t>
            </a:r>
            <a:r>
              <a:rPr lang="pt-BR" sz="2000" dirty="0" err="1"/>
              <a:t>button</a:t>
            </a:r>
            <a:r>
              <a:rPr lang="pt-BR" sz="2000" dirty="0"/>
              <a:t>&gt;</a:t>
            </a:r>
          </a:p>
          <a:p>
            <a:pPr marL="0" indent="0">
              <a:buNone/>
            </a:pPr>
            <a:r>
              <a:rPr lang="pt-BR" sz="2000" dirty="0"/>
              <a:t>&lt;/</a:t>
            </a:r>
            <a:r>
              <a:rPr lang="pt-BR" sz="2000" dirty="0" err="1"/>
              <a:t>form</a:t>
            </a:r>
            <a:r>
              <a:rPr lang="pt-BR" sz="2000" dirty="0"/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2143967339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D8DCA1-DBE5-1AF9-8B51-B4C7617D24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8" name="Rectangle 3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F474090D-CD95-4B41-BE3D-6596953D32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8496" y="323519"/>
            <a:ext cx="3242924" cy="6212748"/>
          </a:xfrm>
          <a:custGeom>
            <a:avLst/>
            <a:gdLst>
              <a:gd name="connsiteX0" fmla="*/ 0 w 4323899"/>
              <a:gd name="connsiteY0" fmla="*/ 0 h 6212748"/>
              <a:gd name="connsiteX1" fmla="*/ 742501 w 4323899"/>
              <a:gd name="connsiteY1" fmla="*/ 0 h 6212748"/>
              <a:gd name="connsiteX2" fmla="*/ 4323899 w 4323899"/>
              <a:gd name="connsiteY2" fmla="*/ 0 h 6212748"/>
              <a:gd name="connsiteX3" fmla="*/ 4323899 w 4323899"/>
              <a:gd name="connsiteY3" fmla="*/ 2864954 h 6212748"/>
              <a:gd name="connsiteX4" fmla="*/ 880454 w 4323899"/>
              <a:gd name="connsiteY4" fmla="*/ 6212748 h 6212748"/>
              <a:gd name="connsiteX5" fmla="*/ 0 w 4323899"/>
              <a:gd name="connsiteY5" fmla="*/ 6212748 h 6212748"/>
              <a:gd name="connsiteX6" fmla="*/ 0 w 4323899"/>
              <a:gd name="connsiteY6" fmla="*/ 6210962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323899" h="6212748">
                <a:moveTo>
                  <a:pt x="0" y="0"/>
                </a:moveTo>
                <a:lnTo>
                  <a:pt x="742501" y="0"/>
                </a:lnTo>
                <a:lnTo>
                  <a:pt x="4323899" y="0"/>
                </a:lnTo>
                <a:lnTo>
                  <a:pt x="4323899" y="2864954"/>
                </a:lnTo>
                <a:lnTo>
                  <a:pt x="880454" y="6212748"/>
                </a:lnTo>
                <a:lnTo>
                  <a:pt x="0" y="6212748"/>
                </a:lnTo>
                <a:lnTo>
                  <a:pt x="0" y="6210962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42" name="Right Triangle 4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B8F3E811-B104-4DFF-951A-008C860FF1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683E6F-E8C9-E21B-B178-EBC9F414CE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19652" y="1443390"/>
            <a:ext cx="2451162" cy="340588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9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Transformando Formulário em JSON (Javascript)</a:t>
            </a:r>
            <a:endParaRPr lang="en-US" sz="29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BCAE5E4D-0A6C-7AF7-CCCF-57A6EC41E27F}"/>
              </a:ext>
            </a:extLst>
          </p:cNvPr>
          <p:cNvSpPr txBox="1"/>
          <p:nvPr/>
        </p:nvSpPr>
        <p:spPr>
          <a:xfrm>
            <a:off x="569843" y="1266614"/>
            <a:ext cx="5088653" cy="481613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 err="1"/>
              <a:t>document.getElementById</a:t>
            </a:r>
            <a:r>
              <a:rPr lang="en-US" sz="1100" dirty="0"/>
              <a:t>("</a:t>
            </a:r>
            <a:r>
              <a:rPr lang="en-US" sz="1100" dirty="0" err="1"/>
              <a:t>cadastro</a:t>
            </a:r>
            <a:r>
              <a:rPr lang="en-US" sz="1100" dirty="0"/>
              <a:t>").</a:t>
            </a:r>
            <a:r>
              <a:rPr lang="en-US" sz="1100" dirty="0" err="1"/>
              <a:t>addEventListener</a:t>
            </a:r>
            <a:r>
              <a:rPr lang="en-US" sz="1100" dirty="0"/>
              <a:t>("submit", </a:t>
            </a:r>
            <a:r>
              <a:rPr lang="en-US" sz="1100" dirty="0" err="1"/>
              <a:t>enviarFormulario</a:t>
            </a:r>
            <a:r>
              <a:rPr lang="en-US" sz="1100" dirty="0"/>
              <a:t>);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1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function </a:t>
            </a:r>
            <a:r>
              <a:rPr lang="en-US" sz="1100" dirty="0" err="1"/>
              <a:t>enviarFormulario</a:t>
            </a:r>
            <a:r>
              <a:rPr lang="en-US" sz="1100" dirty="0"/>
              <a:t>(</a:t>
            </a:r>
            <a:r>
              <a:rPr lang="en-US" sz="1100" dirty="0" err="1"/>
              <a:t>evento</a:t>
            </a:r>
            <a:r>
              <a:rPr lang="en-US" sz="1100" dirty="0"/>
              <a:t>) {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</a:t>
            </a:r>
            <a:r>
              <a:rPr lang="en-US" sz="1100" dirty="0" err="1"/>
              <a:t>evento.preventDefault</a:t>
            </a:r>
            <a:r>
              <a:rPr lang="en-US" sz="1100" dirty="0"/>
              <a:t>();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1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var </a:t>
            </a:r>
            <a:r>
              <a:rPr lang="en-US" sz="1100" dirty="0" err="1"/>
              <a:t>formulario</a:t>
            </a:r>
            <a:r>
              <a:rPr lang="en-US" sz="1100" dirty="0"/>
              <a:t> = </a:t>
            </a:r>
            <a:r>
              <a:rPr lang="en-US" sz="1100" dirty="0" err="1"/>
              <a:t>evento.target</a:t>
            </a:r>
            <a:r>
              <a:rPr lang="en-US" sz="1100" dirty="0"/>
              <a:t>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var </a:t>
            </a:r>
            <a:r>
              <a:rPr lang="en-US" sz="1100" dirty="0" err="1"/>
              <a:t>dadosFormulario</a:t>
            </a:r>
            <a:r>
              <a:rPr lang="en-US" sz="1100" dirty="0"/>
              <a:t> = new </a:t>
            </a:r>
            <a:r>
              <a:rPr lang="en-US" sz="1100" dirty="0" err="1"/>
              <a:t>FormData</a:t>
            </a:r>
            <a:r>
              <a:rPr lang="en-US" sz="1100" dirty="0"/>
              <a:t>(</a:t>
            </a:r>
            <a:r>
              <a:rPr lang="en-US" sz="1100" dirty="0" err="1"/>
              <a:t>formulario</a:t>
            </a:r>
            <a:r>
              <a:rPr lang="en-US" sz="1100" dirty="0"/>
              <a:t>);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var </a:t>
            </a:r>
            <a:r>
              <a:rPr lang="en-US" sz="1100" dirty="0" err="1"/>
              <a:t>objeto</a:t>
            </a:r>
            <a:r>
              <a:rPr lang="en-US" sz="1100" dirty="0"/>
              <a:t> = {};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1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var entradas = </a:t>
            </a:r>
            <a:r>
              <a:rPr lang="en-US" sz="1100" dirty="0" err="1"/>
              <a:t>dadosFormulario.entries</a:t>
            </a:r>
            <a:r>
              <a:rPr lang="en-US" sz="1100" dirty="0"/>
              <a:t>();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for (var entrada of entradas) {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  var </a:t>
            </a:r>
            <a:r>
              <a:rPr lang="en-US" sz="1100" dirty="0" err="1"/>
              <a:t>chave</a:t>
            </a:r>
            <a:r>
              <a:rPr lang="en-US" sz="1100" dirty="0"/>
              <a:t> = entrada[0];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  var valor = entrada[1];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  </a:t>
            </a:r>
            <a:r>
              <a:rPr lang="en-US" sz="1100" dirty="0" err="1"/>
              <a:t>objeto</a:t>
            </a:r>
            <a:r>
              <a:rPr lang="en-US" sz="1100" dirty="0"/>
              <a:t>[</a:t>
            </a:r>
            <a:r>
              <a:rPr lang="en-US" sz="1100" dirty="0" err="1"/>
              <a:t>chave</a:t>
            </a:r>
            <a:r>
              <a:rPr lang="en-US" sz="1100" dirty="0"/>
              <a:t>] = valor;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}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endParaRPr lang="en-US" sz="1100" dirty="0"/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var </a:t>
            </a:r>
            <a:r>
              <a:rPr lang="en-US" sz="1100" dirty="0" err="1"/>
              <a:t>json</a:t>
            </a:r>
            <a:r>
              <a:rPr lang="en-US" sz="1100" dirty="0"/>
              <a:t> = </a:t>
            </a:r>
            <a:r>
              <a:rPr lang="en-US" sz="1100" dirty="0" err="1"/>
              <a:t>JSON.stringify</a:t>
            </a:r>
            <a:r>
              <a:rPr lang="en-US" sz="1100" dirty="0"/>
              <a:t>(</a:t>
            </a:r>
            <a:r>
              <a:rPr lang="en-US" sz="1100" dirty="0" err="1"/>
              <a:t>objeto</a:t>
            </a:r>
            <a:r>
              <a:rPr lang="en-US" sz="1100" dirty="0"/>
              <a:t>);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  console.log(</a:t>
            </a:r>
            <a:r>
              <a:rPr lang="en-US" sz="1100" dirty="0" err="1"/>
              <a:t>json</a:t>
            </a:r>
            <a:r>
              <a:rPr lang="en-US" sz="1100" dirty="0"/>
              <a:t>);</a:t>
            </a:r>
          </a:p>
          <a:p>
            <a:pPr defTabSz="914400">
              <a:lnSpc>
                <a:spcPct val="90000"/>
              </a:lnSpc>
              <a:spcAft>
                <a:spcPts val="600"/>
              </a:spcAft>
            </a:pPr>
            <a:r>
              <a:rPr lang="en-US" sz="1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617836323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15FC435-5853-6D0D-043E-ACBBCDAC9E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E999D20-73EC-5CD9-48FA-5A82BD88C6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ctr"/>
            <a:r>
              <a:rPr lang="pt-BR" sz="2700" b="1" dirty="0"/>
              <a:t>Transformando Formulário em JSON </a:t>
            </a:r>
            <a:br>
              <a:rPr lang="pt-BR" sz="2700" b="1" dirty="0"/>
            </a:br>
            <a:br>
              <a:rPr lang="pt-BR" sz="2700" b="1" dirty="0"/>
            </a:br>
            <a:r>
              <a:rPr lang="pt-BR" sz="2700" b="1" dirty="0"/>
              <a:t>Resultado Esperado</a:t>
            </a:r>
            <a:endParaRPr lang="pt-BR" sz="27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0E31896-756A-A4B7-72EF-6F804B3799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41445" y="1648870"/>
            <a:ext cx="3527136" cy="356026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pt-BR" sz="2100" dirty="0"/>
              <a:t>{</a:t>
            </a:r>
          </a:p>
          <a:p>
            <a:pPr marL="0" indent="0">
              <a:buNone/>
            </a:pPr>
            <a:r>
              <a:rPr lang="pt-BR" sz="2100" dirty="0"/>
              <a:t>  "nome": "Lucas",</a:t>
            </a:r>
          </a:p>
          <a:p>
            <a:pPr marL="0" indent="0">
              <a:buNone/>
            </a:pPr>
            <a:r>
              <a:rPr lang="pt-BR" sz="2100" dirty="0"/>
              <a:t>  "</a:t>
            </a:r>
            <a:r>
              <a:rPr lang="pt-BR" sz="2100" dirty="0" err="1"/>
              <a:t>email</a:t>
            </a:r>
            <a:r>
              <a:rPr lang="pt-BR" sz="2100" dirty="0"/>
              <a:t>": "lucas@email.com",</a:t>
            </a:r>
          </a:p>
          <a:p>
            <a:pPr marL="0" indent="0">
              <a:buNone/>
            </a:pPr>
            <a:r>
              <a:rPr lang="pt-BR" sz="2100" dirty="0"/>
              <a:t>  "idade": "30"</a:t>
            </a:r>
          </a:p>
          <a:p>
            <a:pPr marL="0" indent="0">
              <a:buNone/>
            </a:pPr>
            <a:r>
              <a:rPr lang="pt-BR" sz="21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17704998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295636" cy="4480726"/>
          </a:xfrm>
        </p:spPr>
        <p:txBody>
          <a:bodyPr>
            <a:normAutofit/>
          </a:bodyPr>
          <a:lstStyle/>
          <a:p>
            <a:pPr algn="r"/>
            <a:r>
              <a:rPr lang="pt-BR" sz="4800" dirty="0"/>
              <a:t>Resumo JSON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9FCBE05-E963-41B2-97FD-8631A61EB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437" y="323519"/>
            <a:ext cx="5412983" cy="6212748"/>
          </a:xfrm>
          <a:custGeom>
            <a:avLst/>
            <a:gdLst>
              <a:gd name="connsiteX0" fmla="*/ 0 w 7217311"/>
              <a:gd name="connsiteY0" fmla="*/ 0 h 6212748"/>
              <a:gd name="connsiteX1" fmla="*/ 1121310 w 7217311"/>
              <a:gd name="connsiteY1" fmla="*/ 0 h 6212748"/>
              <a:gd name="connsiteX2" fmla="*/ 1837014 w 7217311"/>
              <a:gd name="connsiteY2" fmla="*/ 0 h 6212748"/>
              <a:gd name="connsiteX3" fmla="*/ 2893412 w 7217311"/>
              <a:gd name="connsiteY3" fmla="*/ 0 h 6212748"/>
              <a:gd name="connsiteX4" fmla="*/ 3635911 w 7217311"/>
              <a:gd name="connsiteY4" fmla="*/ 0 h 6212748"/>
              <a:gd name="connsiteX5" fmla="*/ 3635913 w 7217311"/>
              <a:gd name="connsiteY5" fmla="*/ 0 h 6212748"/>
              <a:gd name="connsiteX6" fmla="*/ 7217311 w 7217311"/>
              <a:gd name="connsiteY6" fmla="*/ 0 h 6212748"/>
              <a:gd name="connsiteX7" fmla="*/ 7217311 w 7217311"/>
              <a:gd name="connsiteY7" fmla="*/ 2864954 h 6212748"/>
              <a:gd name="connsiteX8" fmla="*/ 3773866 w 7217311"/>
              <a:gd name="connsiteY8" fmla="*/ 6212748 h 6212748"/>
              <a:gd name="connsiteX9" fmla="*/ 2893412 w 7217311"/>
              <a:gd name="connsiteY9" fmla="*/ 6212748 h 6212748"/>
              <a:gd name="connsiteX10" fmla="*/ 2893412 w 7217311"/>
              <a:gd name="connsiteY10" fmla="*/ 6210962 h 6212748"/>
              <a:gd name="connsiteX11" fmla="*/ 1837014 w 7217311"/>
              <a:gd name="connsiteY11" fmla="*/ 6210962 h 6212748"/>
              <a:gd name="connsiteX12" fmla="*/ 1837014 w 7217311"/>
              <a:gd name="connsiteY12" fmla="*/ 6212748 h 6212748"/>
              <a:gd name="connsiteX13" fmla="*/ 0 w 7217311"/>
              <a:gd name="connsiteY13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17311" h="6212748">
                <a:moveTo>
                  <a:pt x="0" y="0"/>
                </a:moveTo>
                <a:lnTo>
                  <a:pt x="1121310" y="0"/>
                </a:lnTo>
                <a:lnTo>
                  <a:pt x="1837014" y="0"/>
                </a:lnTo>
                <a:lnTo>
                  <a:pt x="2893412" y="0"/>
                </a:lnTo>
                <a:lnTo>
                  <a:pt x="3635911" y="0"/>
                </a:lnTo>
                <a:lnTo>
                  <a:pt x="3635913" y="0"/>
                </a:lnTo>
                <a:lnTo>
                  <a:pt x="7217311" y="0"/>
                </a:lnTo>
                <a:lnTo>
                  <a:pt x="7217311" y="2864954"/>
                </a:lnTo>
                <a:lnTo>
                  <a:pt x="3773866" y="6212748"/>
                </a:lnTo>
                <a:lnTo>
                  <a:pt x="2893412" y="6212748"/>
                </a:lnTo>
                <a:lnTo>
                  <a:pt x="2893412" y="6210962"/>
                </a:lnTo>
                <a:lnTo>
                  <a:pt x="1837014" y="6210962"/>
                </a:lnTo>
                <a:lnTo>
                  <a:pt x="1837014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233ACE-F3A1-4543-B9F4-425DDA579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03B7730-2558-DA66-1A58-07DB87B671F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73477755"/>
              </p:ext>
            </p:extLst>
          </p:nvPr>
        </p:nvGraphicFramePr>
        <p:xfrm>
          <a:off x="3825857" y="1008993"/>
          <a:ext cx="3807803" cy="476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Tema do Office 2013 - 2022">
  <a:themeElements>
    <a:clrScheme name="Tema do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o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o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TM03090434[[fn=Tipo de Madeira]]</Template>
  <TotalTime>208</TotalTime>
  <Words>1733</Words>
  <Application>Microsoft Office PowerPoint</Application>
  <PresentationFormat>Apresentação na tela (4:3)</PresentationFormat>
  <Paragraphs>289</Paragraphs>
  <Slides>39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39</vt:i4>
      </vt:variant>
    </vt:vector>
  </HeadingPairs>
  <TitlesOfParts>
    <vt:vector size="43" baseType="lpstr">
      <vt:lpstr>Arial</vt:lpstr>
      <vt:lpstr>Calibri</vt:lpstr>
      <vt:lpstr>Calibri Light</vt:lpstr>
      <vt:lpstr>Tema do Office 2013 - 2022</vt:lpstr>
      <vt:lpstr>HTML e CSS</vt:lpstr>
      <vt:lpstr>Introdução</vt:lpstr>
      <vt:lpstr>HTML5 Estrutura Básica</vt:lpstr>
      <vt:lpstr>Principais partes da estrutura</vt:lpstr>
      <vt:lpstr>Principais elementos</vt:lpstr>
      <vt:lpstr>Exercício 1 – Página Estática</vt:lpstr>
      <vt:lpstr>Principais Campos</vt:lpstr>
      <vt:lpstr>Validações HTML5</vt:lpstr>
      <vt:lpstr>Mais Validações</vt:lpstr>
      <vt:lpstr>Select / Option  e  JavaScript</vt:lpstr>
      <vt:lpstr>Botões e Eventos</vt:lpstr>
      <vt:lpstr>Formulários</vt:lpstr>
      <vt:lpstr>Formulários HTML5</vt:lpstr>
      <vt:lpstr>Formulários HTML5</vt:lpstr>
      <vt:lpstr>Principais eventos dos Formulários</vt:lpstr>
      <vt:lpstr>Submit</vt:lpstr>
      <vt:lpstr>Change e  Input</vt:lpstr>
      <vt:lpstr>Focus  e  Blur</vt:lpstr>
      <vt:lpstr>Invalid</vt:lpstr>
      <vt:lpstr>DOM</vt:lpstr>
      <vt:lpstr>DOM Document Object Model</vt:lpstr>
      <vt:lpstr>DOM – Selecionando Elementos</vt:lpstr>
      <vt:lpstr>DOM – Alterando Conteúdo</vt:lpstr>
      <vt:lpstr>DOM – Alterando Estilo</vt:lpstr>
      <vt:lpstr>getElementById</vt:lpstr>
      <vt:lpstr>querySelector</vt:lpstr>
      <vt:lpstr>addEventListener</vt:lpstr>
      <vt:lpstr>JSON</vt:lpstr>
      <vt:lpstr>O que é JSON?</vt:lpstr>
      <vt:lpstr>JSON versus Objeto JS</vt:lpstr>
      <vt:lpstr>Acessando JSON</vt:lpstr>
      <vt:lpstr>Percorrendo os valores do JSON</vt:lpstr>
      <vt:lpstr>Objetos Aninhados</vt:lpstr>
      <vt:lpstr>JSON com Arrays</vt:lpstr>
      <vt:lpstr>Array  no  JSON</vt:lpstr>
      <vt:lpstr>Transformando Formulário em JSON (HTML)</vt:lpstr>
      <vt:lpstr>Transformando Formulário em JSON (Javascript)</vt:lpstr>
      <vt:lpstr>Transformando Formulário em JSON   Resultado Esperado</vt:lpstr>
      <vt:lpstr>Resumo JSON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Thiago Soares Pinheiro</cp:lastModifiedBy>
  <cp:revision>9</cp:revision>
  <dcterms:created xsi:type="dcterms:W3CDTF">2013-01-27T09:14:16Z</dcterms:created>
  <dcterms:modified xsi:type="dcterms:W3CDTF">2026-08-13T13:01:25Z</dcterms:modified>
  <cp:category/>
</cp:coreProperties>
</file>